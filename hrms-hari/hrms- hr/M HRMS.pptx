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1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CB406B-FEDC-4BF0-A702-0EEE0F4988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A2DAF2-F8A1-44F0-AFAC-19FD8B5174FF}">
      <dgm:prSet/>
      <dgm:spPr/>
      <dgm:t>
        <a:bodyPr/>
        <a:lstStyle/>
        <a:p>
          <a:pPr>
            <a:defRPr cap="all"/>
          </a:pPr>
          <a:r>
            <a:rPr lang="en-US"/>
            <a:t>Unified HRMS + ERP + Communication platform</a:t>
          </a:r>
        </a:p>
      </dgm:t>
    </dgm:pt>
    <dgm:pt modelId="{ADA30DAC-AC35-4C32-825A-40D279014835}" type="parTrans" cxnId="{2657A547-CA84-417C-931D-5D47E45215B6}">
      <dgm:prSet/>
      <dgm:spPr/>
      <dgm:t>
        <a:bodyPr/>
        <a:lstStyle/>
        <a:p>
          <a:endParaRPr lang="en-US"/>
        </a:p>
      </dgm:t>
    </dgm:pt>
    <dgm:pt modelId="{FAEF576E-377E-4405-9159-64D52700B6BB}" type="sibTrans" cxnId="{2657A547-CA84-417C-931D-5D47E45215B6}">
      <dgm:prSet/>
      <dgm:spPr/>
      <dgm:t>
        <a:bodyPr/>
        <a:lstStyle/>
        <a:p>
          <a:endParaRPr lang="en-US"/>
        </a:p>
      </dgm:t>
    </dgm:pt>
    <dgm:pt modelId="{17545010-EC18-4891-8F3E-4E0357F082DE}">
      <dgm:prSet/>
      <dgm:spPr/>
      <dgm:t>
        <a:bodyPr/>
        <a:lstStyle/>
        <a:p>
          <a:pPr>
            <a:defRPr cap="all"/>
          </a:pPr>
          <a:r>
            <a:rPr lang="en-US"/>
            <a:t>Fully automated employee lifecycle</a:t>
          </a:r>
        </a:p>
      </dgm:t>
    </dgm:pt>
    <dgm:pt modelId="{054521CA-3ADB-46A4-8C01-7FD75094C875}" type="parTrans" cxnId="{636E037E-CD2D-43B4-ADBA-A556E50084D7}">
      <dgm:prSet/>
      <dgm:spPr/>
      <dgm:t>
        <a:bodyPr/>
        <a:lstStyle/>
        <a:p>
          <a:endParaRPr lang="en-US"/>
        </a:p>
      </dgm:t>
    </dgm:pt>
    <dgm:pt modelId="{CDE2BBE0-5437-446D-A002-B4312BFC824B}" type="sibTrans" cxnId="{636E037E-CD2D-43B4-ADBA-A556E50084D7}">
      <dgm:prSet/>
      <dgm:spPr/>
      <dgm:t>
        <a:bodyPr/>
        <a:lstStyle/>
        <a:p>
          <a:endParaRPr lang="en-US"/>
        </a:p>
      </dgm:t>
    </dgm:pt>
    <dgm:pt modelId="{B0FB005C-1A7E-4998-9061-ED88F6A6BF78}">
      <dgm:prSet/>
      <dgm:spPr/>
      <dgm:t>
        <a:bodyPr/>
        <a:lstStyle/>
        <a:p>
          <a:pPr>
            <a:defRPr cap="all"/>
          </a:pPr>
          <a:r>
            <a:rPr lang="en-US"/>
            <a:t>Real-time updates &amp; notifications</a:t>
          </a:r>
        </a:p>
      </dgm:t>
    </dgm:pt>
    <dgm:pt modelId="{213B75D1-A0F0-4A86-89AB-E64314DC8ABC}" type="parTrans" cxnId="{54DE2764-C47A-4DDB-AE5F-9C69E18CF752}">
      <dgm:prSet/>
      <dgm:spPr/>
      <dgm:t>
        <a:bodyPr/>
        <a:lstStyle/>
        <a:p>
          <a:endParaRPr lang="en-US"/>
        </a:p>
      </dgm:t>
    </dgm:pt>
    <dgm:pt modelId="{CBEBA625-393A-4399-AD31-6C0A357281EF}" type="sibTrans" cxnId="{54DE2764-C47A-4DDB-AE5F-9C69E18CF752}">
      <dgm:prSet/>
      <dgm:spPr/>
      <dgm:t>
        <a:bodyPr/>
        <a:lstStyle/>
        <a:p>
          <a:endParaRPr lang="en-US"/>
        </a:p>
      </dgm:t>
    </dgm:pt>
    <dgm:pt modelId="{183DF885-AD8D-4950-B25C-03CF95A02D00}">
      <dgm:prSet/>
      <dgm:spPr/>
      <dgm:t>
        <a:bodyPr/>
        <a:lstStyle/>
        <a:p>
          <a:pPr>
            <a:defRPr cap="all"/>
          </a:pPr>
          <a:r>
            <a:rPr lang="en-US"/>
            <a:t>Modern SaaS-grade UI</a:t>
          </a:r>
        </a:p>
      </dgm:t>
    </dgm:pt>
    <dgm:pt modelId="{E21A768F-651D-4070-A9CD-2CE4C340C1F4}" type="parTrans" cxnId="{E3C28E6D-9A9F-4E95-9E35-A4D56066185F}">
      <dgm:prSet/>
      <dgm:spPr/>
      <dgm:t>
        <a:bodyPr/>
        <a:lstStyle/>
        <a:p>
          <a:endParaRPr lang="en-US"/>
        </a:p>
      </dgm:t>
    </dgm:pt>
    <dgm:pt modelId="{A16F8CE9-8A5D-4C09-9D6A-7AE30530446D}" type="sibTrans" cxnId="{E3C28E6D-9A9F-4E95-9E35-A4D56066185F}">
      <dgm:prSet/>
      <dgm:spPr/>
      <dgm:t>
        <a:bodyPr/>
        <a:lstStyle/>
        <a:p>
          <a:endParaRPr lang="en-US"/>
        </a:p>
      </dgm:t>
    </dgm:pt>
    <dgm:pt modelId="{C6BFB0D9-97E1-42EE-854D-93C8AC88BF7A}" type="pres">
      <dgm:prSet presAssocID="{B9CB406B-FEDC-4BF0-A702-0EEE0F4988C1}" presName="root" presStyleCnt="0">
        <dgm:presLayoutVars>
          <dgm:dir/>
          <dgm:resizeHandles val="exact"/>
        </dgm:presLayoutVars>
      </dgm:prSet>
      <dgm:spPr/>
    </dgm:pt>
    <dgm:pt modelId="{D70BD027-74FE-441B-9D0D-6B698AA2B33D}" type="pres">
      <dgm:prSet presAssocID="{3CA2DAF2-F8A1-44F0-AFAC-19FD8B5174FF}" presName="compNode" presStyleCnt="0"/>
      <dgm:spPr/>
    </dgm:pt>
    <dgm:pt modelId="{C37F103A-20E5-436F-9DDE-BD441EA2414A}" type="pres">
      <dgm:prSet presAssocID="{3CA2DAF2-F8A1-44F0-AFAC-19FD8B5174F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76F3EF1-9FD5-4B86-8390-53A053441033}" type="pres">
      <dgm:prSet presAssocID="{3CA2DAF2-F8A1-44F0-AFAC-19FD8B5174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8DDB556-0E8F-405A-8619-FE117365A2AA}" type="pres">
      <dgm:prSet presAssocID="{3CA2DAF2-F8A1-44F0-AFAC-19FD8B5174FF}" presName="spaceRect" presStyleCnt="0"/>
      <dgm:spPr/>
    </dgm:pt>
    <dgm:pt modelId="{7FFCAF25-EDAA-423D-81D3-C04779A3A37C}" type="pres">
      <dgm:prSet presAssocID="{3CA2DAF2-F8A1-44F0-AFAC-19FD8B5174FF}" presName="textRect" presStyleLbl="revTx" presStyleIdx="0" presStyleCnt="4">
        <dgm:presLayoutVars>
          <dgm:chMax val="1"/>
          <dgm:chPref val="1"/>
        </dgm:presLayoutVars>
      </dgm:prSet>
      <dgm:spPr/>
    </dgm:pt>
    <dgm:pt modelId="{8F06978B-DAFB-43F6-86D1-D7955B174E79}" type="pres">
      <dgm:prSet presAssocID="{FAEF576E-377E-4405-9159-64D52700B6BB}" presName="sibTrans" presStyleCnt="0"/>
      <dgm:spPr/>
    </dgm:pt>
    <dgm:pt modelId="{3398E440-1781-4AB3-8EF0-607C27F98A0C}" type="pres">
      <dgm:prSet presAssocID="{17545010-EC18-4891-8F3E-4E0357F082DE}" presName="compNode" presStyleCnt="0"/>
      <dgm:spPr/>
    </dgm:pt>
    <dgm:pt modelId="{FB94B5C3-170F-4CEC-8CC6-E0E16DDBF8D4}" type="pres">
      <dgm:prSet presAssocID="{17545010-EC18-4891-8F3E-4E0357F082D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01431BC-76B5-4797-8211-09ECA129C6C1}" type="pres">
      <dgm:prSet presAssocID="{17545010-EC18-4891-8F3E-4E0357F082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9DA9E55-E04E-480C-82EC-56E5C286E2D3}" type="pres">
      <dgm:prSet presAssocID="{17545010-EC18-4891-8F3E-4E0357F082DE}" presName="spaceRect" presStyleCnt="0"/>
      <dgm:spPr/>
    </dgm:pt>
    <dgm:pt modelId="{53839979-3FE5-458E-9535-227CBEFE111B}" type="pres">
      <dgm:prSet presAssocID="{17545010-EC18-4891-8F3E-4E0357F082DE}" presName="textRect" presStyleLbl="revTx" presStyleIdx="1" presStyleCnt="4">
        <dgm:presLayoutVars>
          <dgm:chMax val="1"/>
          <dgm:chPref val="1"/>
        </dgm:presLayoutVars>
      </dgm:prSet>
      <dgm:spPr/>
    </dgm:pt>
    <dgm:pt modelId="{55584CAF-C635-4B75-94F0-9CD2F625864E}" type="pres">
      <dgm:prSet presAssocID="{CDE2BBE0-5437-446D-A002-B4312BFC824B}" presName="sibTrans" presStyleCnt="0"/>
      <dgm:spPr/>
    </dgm:pt>
    <dgm:pt modelId="{E130D81C-6EFB-496A-8274-5271FFBFCE2A}" type="pres">
      <dgm:prSet presAssocID="{B0FB005C-1A7E-4998-9061-ED88F6A6BF78}" presName="compNode" presStyleCnt="0"/>
      <dgm:spPr/>
    </dgm:pt>
    <dgm:pt modelId="{FC0291FF-3D73-4968-9EAB-B711F256EC9F}" type="pres">
      <dgm:prSet presAssocID="{B0FB005C-1A7E-4998-9061-ED88F6A6BF7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656261-813B-4691-8718-FE137EF60725}" type="pres">
      <dgm:prSet presAssocID="{B0FB005C-1A7E-4998-9061-ED88F6A6BF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E915741B-4825-4B2F-B18A-AF1EEBC7FB0A}" type="pres">
      <dgm:prSet presAssocID="{B0FB005C-1A7E-4998-9061-ED88F6A6BF78}" presName="spaceRect" presStyleCnt="0"/>
      <dgm:spPr/>
    </dgm:pt>
    <dgm:pt modelId="{02DEE98C-E986-4991-A822-E8AAE0CDB7D9}" type="pres">
      <dgm:prSet presAssocID="{B0FB005C-1A7E-4998-9061-ED88F6A6BF78}" presName="textRect" presStyleLbl="revTx" presStyleIdx="2" presStyleCnt="4">
        <dgm:presLayoutVars>
          <dgm:chMax val="1"/>
          <dgm:chPref val="1"/>
        </dgm:presLayoutVars>
      </dgm:prSet>
      <dgm:spPr/>
    </dgm:pt>
    <dgm:pt modelId="{8BC0A036-8E35-48D5-B6F1-6DED8A272A6E}" type="pres">
      <dgm:prSet presAssocID="{CBEBA625-393A-4399-AD31-6C0A357281EF}" presName="sibTrans" presStyleCnt="0"/>
      <dgm:spPr/>
    </dgm:pt>
    <dgm:pt modelId="{F6012695-E3D8-41E7-BB68-77A8E10E0DC5}" type="pres">
      <dgm:prSet presAssocID="{183DF885-AD8D-4950-B25C-03CF95A02D00}" presName="compNode" presStyleCnt="0"/>
      <dgm:spPr/>
    </dgm:pt>
    <dgm:pt modelId="{8C1D6419-F64F-4C12-8434-9C0EBF7B4E8D}" type="pres">
      <dgm:prSet presAssocID="{183DF885-AD8D-4950-B25C-03CF95A02D00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32AD4FE-5918-4C46-AC46-7C5754F2E9C1}" type="pres">
      <dgm:prSet presAssocID="{183DF885-AD8D-4950-B25C-03CF95A02D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A5DBF00-B6AE-4BAD-BA45-E5BE7C861812}" type="pres">
      <dgm:prSet presAssocID="{183DF885-AD8D-4950-B25C-03CF95A02D00}" presName="spaceRect" presStyleCnt="0"/>
      <dgm:spPr/>
    </dgm:pt>
    <dgm:pt modelId="{0E303AF4-D855-46D6-ACE7-A2334CA4038E}" type="pres">
      <dgm:prSet presAssocID="{183DF885-AD8D-4950-B25C-03CF95A02D0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383526-A980-46DF-A2DF-D6A766091F6F}" type="presOf" srcId="{B0FB005C-1A7E-4998-9061-ED88F6A6BF78}" destId="{02DEE98C-E986-4991-A822-E8AAE0CDB7D9}" srcOrd="0" destOrd="0" presId="urn:microsoft.com/office/officeart/2018/5/layout/IconLeafLabelList"/>
    <dgm:cxn modelId="{54DE2764-C47A-4DDB-AE5F-9C69E18CF752}" srcId="{B9CB406B-FEDC-4BF0-A702-0EEE0F4988C1}" destId="{B0FB005C-1A7E-4998-9061-ED88F6A6BF78}" srcOrd="2" destOrd="0" parTransId="{213B75D1-A0F0-4A86-89AB-E64314DC8ABC}" sibTransId="{CBEBA625-393A-4399-AD31-6C0A357281EF}"/>
    <dgm:cxn modelId="{2657A547-CA84-417C-931D-5D47E45215B6}" srcId="{B9CB406B-FEDC-4BF0-A702-0EEE0F4988C1}" destId="{3CA2DAF2-F8A1-44F0-AFAC-19FD8B5174FF}" srcOrd="0" destOrd="0" parTransId="{ADA30DAC-AC35-4C32-825A-40D279014835}" sibTransId="{FAEF576E-377E-4405-9159-64D52700B6BB}"/>
    <dgm:cxn modelId="{E3C28E6D-9A9F-4E95-9E35-A4D56066185F}" srcId="{B9CB406B-FEDC-4BF0-A702-0EEE0F4988C1}" destId="{183DF885-AD8D-4950-B25C-03CF95A02D00}" srcOrd="3" destOrd="0" parTransId="{E21A768F-651D-4070-A9CD-2CE4C340C1F4}" sibTransId="{A16F8CE9-8A5D-4C09-9D6A-7AE30530446D}"/>
    <dgm:cxn modelId="{636E037E-CD2D-43B4-ADBA-A556E50084D7}" srcId="{B9CB406B-FEDC-4BF0-A702-0EEE0F4988C1}" destId="{17545010-EC18-4891-8F3E-4E0357F082DE}" srcOrd="1" destOrd="0" parTransId="{054521CA-3ADB-46A4-8C01-7FD75094C875}" sibTransId="{CDE2BBE0-5437-446D-A002-B4312BFC824B}"/>
    <dgm:cxn modelId="{089F8D96-B082-46E4-9B7B-F5D6652789EF}" type="presOf" srcId="{3CA2DAF2-F8A1-44F0-AFAC-19FD8B5174FF}" destId="{7FFCAF25-EDAA-423D-81D3-C04779A3A37C}" srcOrd="0" destOrd="0" presId="urn:microsoft.com/office/officeart/2018/5/layout/IconLeafLabelList"/>
    <dgm:cxn modelId="{1643D7D8-93A3-45E1-A816-69826ECD4A5D}" type="presOf" srcId="{B9CB406B-FEDC-4BF0-A702-0EEE0F4988C1}" destId="{C6BFB0D9-97E1-42EE-854D-93C8AC88BF7A}" srcOrd="0" destOrd="0" presId="urn:microsoft.com/office/officeart/2018/5/layout/IconLeafLabelList"/>
    <dgm:cxn modelId="{8495D1E0-1B4A-498D-A83B-6ED386674A74}" type="presOf" srcId="{17545010-EC18-4891-8F3E-4E0357F082DE}" destId="{53839979-3FE5-458E-9535-227CBEFE111B}" srcOrd="0" destOrd="0" presId="urn:microsoft.com/office/officeart/2018/5/layout/IconLeafLabelList"/>
    <dgm:cxn modelId="{4A2393F6-AF15-4B08-A753-3AE8A3699AB6}" type="presOf" srcId="{183DF885-AD8D-4950-B25C-03CF95A02D00}" destId="{0E303AF4-D855-46D6-ACE7-A2334CA4038E}" srcOrd="0" destOrd="0" presId="urn:microsoft.com/office/officeart/2018/5/layout/IconLeafLabelList"/>
    <dgm:cxn modelId="{24044053-AB40-4419-8314-5DED49380C53}" type="presParOf" srcId="{C6BFB0D9-97E1-42EE-854D-93C8AC88BF7A}" destId="{D70BD027-74FE-441B-9D0D-6B698AA2B33D}" srcOrd="0" destOrd="0" presId="urn:microsoft.com/office/officeart/2018/5/layout/IconLeafLabelList"/>
    <dgm:cxn modelId="{DAB25AD7-EC67-4A9D-865E-506715BB24C6}" type="presParOf" srcId="{D70BD027-74FE-441B-9D0D-6B698AA2B33D}" destId="{C37F103A-20E5-436F-9DDE-BD441EA2414A}" srcOrd="0" destOrd="0" presId="urn:microsoft.com/office/officeart/2018/5/layout/IconLeafLabelList"/>
    <dgm:cxn modelId="{B344DA56-A6BB-4318-B57C-B1C7D420C577}" type="presParOf" srcId="{D70BD027-74FE-441B-9D0D-6B698AA2B33D}" destId="{576F3EF1-9FD5-4B86-8390-53A053441033}" srcOrd="1" destOrd="0" presId="urn:microsoft.com/office/officeart/2018/5/layout/IconLeafLabelList"/>
    <dgm:cxn modelId="{8F095FF3-D3EB-43B1-AF82-77BEDE263963}" type="presParOf" srcId="{D70BD027-74FE-441B-9D0D-6B698AA2B33D}" destId="{E8DDB556-0E8F-405A-8619-FE117365A2AA}" srcOrd="2" destOrd="0" presId="urn:microsoft.com/office/officeart/2018/5/layout/IconLeafLabelList"/>
    <dgm:cxn modelId="{B851831F-6C65-44B4-B2E5-51D0EAB257FD}" type="presParOf" srcId="{D70BD027-74FE-441B-9D0D-6B698AA2B33D}" destId="{7FFCAF25-EDAA-423D-81D3-C04779A3A37C}" srcOrd="3" destOrd="0" presId="urn:microsoft.com/office/officeart/2018/5/layout/IconLeafLabelList"/>
    <dgm:cxn modelId="{8F9B3AC2-447C-49F1-A94C-C13B30E3E46E}" type="presParOf" srcId="{C6BFB0D9-97E1-42EE-854D-93C8AC88BF7A}" destId="{8F06978B-DAFB-43F6-86D1-D7955B174E79}" srcOrd="1" destOrd="0" presId="urn:microsoft.com/office/officeart/2018/5/layout/IconLeafLabelList"/>
    <dgm:cxn modelId="{2E64642A-61DA-4777-9955-4BC72705D14D}" type="presParOf" srcId="{C6BFB0D9-97E1-42EE-854D-93C8AC88BF7A}" destId="{3398E440-1781-4AB3-8EF0-607C27F98A0C}" srcOrd="2" destOrd="0" presId="urn:microsoft.com/office/officeart/2018/5/layout/IconLeafLabelList"/>
    <dgm:cxn modelId="{A348D4FA-AC46-4195-B4D1-6BEECB3AFBA0}" type="presParOf" srcId="{3398E440-1781-4AB3-8EF0-607C27F98A0C}" destId="{FB94B5C3-170F-4CEC-8CC6-E0E16DDBF8D4}" srcOrd="0" destOrd="0" presId="urn:microsoft.com/office/officeart/2018/5/layout/IconLeafLabelList"/>
    <dgm:cxn modelId="{7CF23F7F-2B0A-4F4A-8634-16714B2016C2}" type="presParOf" srcId="{3398E440-1781-4AB3-8EF0-607C27F98A0C}" destId="{901431BC-76B5-4797-8211-09ECA129C6C1}" srcOrd="1" destOrd="0" presId="urn:microsoft.com/office/officeart/2018/5/layout/IconLeafLabelList"/>
    <dgm:cxn modelId="{E81445AE-E189-4208-A335-EDB72D8B6CCC}" type="presParOf" srcId="{3398E440-1781-4AB3-8EF0-607C27F98A0C}" destId="{79DA9E55-E04E-480C-82EC-56E5C286E2D3}" srcOrd="2" destOrd="0" presId="urn:microsoft.com/office/officeart/2018/5/layout/IconLeafLabelList"/>
    <dgm:cxn modelId="{E5A28B78-F323-4A1D-90D7-CA10AC06651F}" type="presParOf" srcId="{3398E440-1781-4AB3-8EF0-607C27F98A0C}" destId="{53839979-3FE5-458E-9535-227CBEFE111B}" srcOrd="3" destOrd="0" presId="urn:microsoft.com/office/officeart/2018/5/layout/IconLeafLabelList"/>
    <dgm:cxn modelId="{E50AC8DB-B826-4C90-89B4-3E689F7ED2C4}" type="presParOf" srcId="{C6BFB0D9-97E1-42EE-854D-93C8AC88BF7A}" destId="{55584CAF-C635-4B75-94F0-9CD2F625864E}" srcOrd="3" destOrd="0" presId="urn:microsoft.com/office/officeart/2018/5/layout/IconLeafLabelList"/>
    <dgm:cxn modelId="{4FCA7A45-9493-47BB-BAD4-90189F0F35E8}" type="presParOf" srcId="{C6BFB0D9-97E1-42EE-854D-93C8AC88BF7A}" destId="{E130D81C-6EFB-496A-8274-5271FFBFCE2A}" srcOrd="4" destOrd="0" presId="urn:microsoft.com/office/officeart/2018/5/layout/IconLeafLabelList"/>
    <dgm:cxn modelId="{78B144DB-6BDE-44B9-964B-9AF850071D54}" type="presParOf" srcId="{E130D81C-6EFB-496A-8274-5271FFBFCE2A}" destId="{FC0291FF-3D73-4968-9EAB-B711F256EC9F}" srcOrd="0" destOrd="0" presId="urn:microsoft.com/office/officeart/2018/5/layout/IconLeafLabelList"/>
    <dgm:cxn modelId="{54F03CBD-B2FC-4AF0-A8DE-42453947F55A}" type="presParOf" srcId="{E130D81C-6EFB-496A-8274-5271FFBFCE2A}" destId="{AC656261-813B-4691-8718-FE137EF60725}" srcOrd="1" destOrd="0" presId="urn:microsoft.com/office/officeart/2018/5/layout/IconLeafLabelList"/>
    <dgm:cxn modelId="{25651FE5-720A-495A-A0B0-C15CC1400172}" type="presParOf" srcId="{E130D81C-6EFB-496A-8274-5271FFBFCE2A}" destId="{E915741B-4825-4B2F-B18A-AF1EEBC7FB0A}" srcOrd="2" destOrd="0" presId="urn:microsoft.com/office/officeart/2018/5/layout/IconLeafLabelList"/>
    <dgm:cxn modelId="{31EBE7C5-ECED-4052-B08F-FC9ADDA03CA8}" type="presParOf" srcId="{E130D81C-6EFB-496A-8274-5271FFBFCE2A}" destId="{02DEE98C-E986-4991-A822-E8AAE0CDB7D9}" srcOrd="3" destOrd="0" presId="urn:microsoft.com/office/officeart/2018/5/layout/IconLeafLabelList"/>
    <dgm:cxn modelId="{1AD2B3DC-E8AF-4854-A488-D2BC08F5DF2C}" type="presParOf" srcId="{C6BFB0D9-97E1-42EE-854D-93C8AC88BF7A}" destId="{8BC0A036-8E35-48D5-B6F1-6DED8A272A6E}" srcOrd="5" destOrd="0" presId="urn:microsoft.com/office/officeart/2018/5/layout/IconLeafLabelList"/>
    <dgm:cxn modelId="{7334296D-A023-4CD2-80C6-8455FCDDCDF5}" type="presParOf" srcId="{C6BFB0D9-97E1-42EE-854D-93C8AC88BF7A}" destId="{F6012695-E3D8-41E7-BB68-77A8E10E0DC5}" srcOrd="6" destOrd="0" presId="urn:microsoft.com/office/officeart/2018/5/layout/IconLeafLabelList"/>
    <dgm:cxn modelId="{E592063E-76C7-4143-A677-E465BA4F95AC}" type="presParOf" srcId="{F6012695-E3D8-41E7-BB68-77A8E10E0DC5}" destId="{8C1D6419-F64F-4C12-8434-9C0EBF7B4E8D}" srcOrd="0" destOrd="0" presId="urn:microsoft.com/office/officeart/2018/5/layout/IconLeafLabelList"/>
    <dgm:cxn modelId="{AE704B12-4D86-4E14-8020-D7527AA7DAF4}" type="presParOf" srcId="{F6012695-E3D8-41E7-BB68-77A8E10E0DC5}" destId="{132AD4FE-5918-4C46-AC46-7C5754F2E9C1}" srcOrd="1" destOrd="0" presId="urn:microsoft.com/office/officeart/2018/5/layout/IconLeafLabelList"/>
    <dgm:cxn modelId="{5469F1DB-0276-4F8C-BD2B-BE5693EE1990}" type="presParOf" srcId="{F6012695-E3D8-41E7-BB68-77A8E10E0DC5}" destId="{CA5DBF00-B6AE-4BAD-BA45-E5BE7C861812}" srcOrd="2" destOrd="0" presId="urn:microsoft.com/office/officeart/2018/5/layout/IconLeafLabelList"/>
    <dgm:cxn modelId="{86DC5E9F-64D5-46FE-8972-85F7CD3ACA9A}" type="presParOf" srcId="{F6012695-E3D8-41E7-BB68-77A8E10E0DC5}" destId="{0E303AF4-D855-46D6-ACE7-A2334CA4038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ED058C-796D-48E4-A881-6DD587B9587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FC44F2-83FA-449C-AFE2-640BE77D7AA6}">
      <dgm:prSet/>
      <dgm:spPr/>
      <dgm:t>
        <a:bodyPr/>
        <a:lstStyle/>
        <a:p>
          <a:r>
            <a:rPr lang="en-US" b="0" i="0" baseline="0"/>
            <a:t>Architecture: Modular Monolith</a:t>
          </a:r>
          <a:endParaRPr lang="en-US"/>
        </a:p>
      </dgm:t>
    </dgm:pt>
    <dgm:pt modelId="{D325D7B9-F24C-4234-9EFF-B8B5C097B1BD}" type="parTrans" cxnId="{6F5ACB3B-783C-45FF-8523-443CC27C5624}">
      <dgm:prSet/>
      <dgm:spPr/>
      <dgm:t>
        <a:bodyPr/>
        <a:lstStyle/>
        <a:p>
          <a:endParaRPr lang="en-US"/>
        </a:p>
      </dgm:t>
    </dgm:pt>
    <dgm:pt modelId="{E9B68751-5D40-483B-B6FE-FAE87CBCEC04}" type="sibTrans" cxnId="{6F5ACB3B-783C-45FF-8523-443CC27C5624}">
      <dgm:prSet/>
      <dgm:spPr/>
      <dgm:t>
        <a:bodyPr/>
        <a:lstStyle/>
        <a:p>
          <a:endParaRPr lang="en-US"/>
        </a:p>
      </dgm:t>
    </dgm:pt>
    <dgm:pt modelId="{74735044-247F-408E-9973-0B974A3AC3EC}">
      <dgm:prSet/>
      <dgm:spPr/>
      <dgm:t>
        <a:bodyPr/>
        <a:lstStyle/>
        <a:p>
          <a:r>
            <a:rPr lang="en-US" b="0" i="0" baseline="0"/>
            <a:t>Frontend: React + Vite (SPA)</a:t>
          </a:r>
          <a:endParaRPr lang="en-US"/>
        </a:p>
      </dgm:t>
    </dgm:pt>
    <dgm:pt modelId="{BE4AA2C0-4188-4F0E-B055-94EC7CFE870B}" type="parTrans" cxnId="{3970FA9A-D481-41AC-B505-6CB3799C978E}">
      <dgm:prSet/>
      <dgm:spPr/>
      <dgm:t>
        <a:bodyPr/>
        <a:lstStyle/>
        <a:p>
          <a:endParaRPr lang="en-US"/>
        </a:p>
      </dgm:t>
    </dgm:pt>
    <dgm:pt modelId="{F6A3CCB2-BD3F-4126-B18F-F4E004CC23F3}" type="sibTrans" cxnId="{3970FA9A-D481-41AC-B505-6CB3799C978E}">
      <dgm:prSet/>
      <dgm:spPr/>
      <dgm:t>
        <a:bodyPr/>
        <a:lstStyle/>
        <a:p>
          <a:endParaRPr lang="en-US"/>
        </a:p>
      </dgm:t>
    </dgm:pt>
    <dgm:pt modelId="{BA57A445-506F-4269-942E-C80B1933D7E9}">
      <dgm:prSet/>
      <dgm:spPr/>
      <dgm:t>
        <a:bodyPr/>
        <a:lstStyle/>
        <a:p>
          <a:r>
            <a:rPr lang="en-US" b="0" i="0" baseline="0"/>
            <a:t>Backend: Node.js + Express</a:t>
          </a:r>
          <a:endParaRPr lang="en-US"/>
        </a:p>
      </dgm:t>
    </dgm:pt>
    <dgm:pt modelId="{FF602230-E8B1-45AD-92A2-A4DEE9D7B10E}" type="parTrans" cxnId="{D89C4B36-7048-4B12-82AA-E399D76698DB}">
      <dgm:prSet/>
      <dgm:spPr/>
      <dgm:t>
        <a:bodyPr/>
        <a:lstStyle/>
        <a:p>
          <a:endParaRPr lang="en-US"/>
        </a:p>
      </dgm:t>
    </dgm:pt>
    <dgm:pt modelId="{94D053A5-39E3-4FD6-ABE0-6DA5DC20C959}" type="sibTrans" cxnId="{D89C4B36-7048-4B12-82AA-E399D76698DB}">
      <dgm:prSet/>
      <dgm:spPr/>
      <dgm:t>
        <a:bodyPr/>
        <a:lstStyle/>
        <a:p>
          <a:endParaRPr lang="en-US"/>
        </a:p>
      </dgm:t>
    </dgm:pt>
    <dgm:pt modelId="{63EA529F-A544-4D4F-8449-AFDB9BA13A42}">
      <dgm:prSet/>
      <dgm:spPr/>
      <dgm:t>
        <a:bodyPr/>
        <a:lstStyle/>
        <a:p>
          <a:r>
            <a:rPr lang="en-US" b="0" i="0" baseline="0"/>
            <a:t>Real-time: Socket.io</a:t>
          </a:r>
          <a:endParaRPr lang="en-US"/>
        </a:p>
      </dgm:t>
    </dgm:pt>
    <dgm:pt modelId="{F44C8C52-D4BC-495C-9A58-1B8D8BD9E561}" type="parTrans" cxnId="{4A79BD7E-D6FF-47BE-948A-9AC6988B6E83}">
      <dgm:prSet/>
      <dgm:spPr/>
      <dgm:t>
        <a:bodyPr/>
        <a:lstStyle/>
        <a:p>
          <a:endParaRPr lang="en-US"/>
        </a:p>
      </dgm:t>
    </dgm:pt>
    <dgm:pt modelId="{D6EF6949-3DA0-43F7-BE9B-0B8A701CAFFB}" type="sibTrans" cxnId="{4A79BD7E-D6FF-47BE-948A-9AC6988B6E83}">
      <dgm:prSet/>
      <dgm:spPr/>
      <dgm:t>
        <a:bodyPr/>
        <a:lstStyle/>
        <a:p>
          <a:endParaRPr lang="en-US"/>
        </a:p>
      </dgm:t>
    </dgm:pt>
    <dgm:pt modelId="{14E5B709-F113-4172-AB6C-AF1531EF2843}">
      <dgm:prSet/>
      <dgm:spPr/>
      <dgm:t>
        <a:bodyPr/>
        <a:lstStyle/>
        <a:p>
          <a:r>
            <a:rPr lang="en-US" b="0" i="0" baseline="0"/>
            <a:t>Storage: MongoDB Atlas</a:t>
          </a:r>
          <a:endParaRPr lang="en-US"/>
        </a:p>
      </dgm:t>
    </dgm:pt>
    <dgm:pt modelId="{0E002C76-9495-4494-9CF2-9E8B9D782290}" type="parTrans" cxnId="{8D096A27-3653-4F42-B378-B077BCBC63AB}">
      <dgm:prSet/>
      <dgm:spPr/>
      <dgm:t>
        <a:bodyPr/>
        <a:lstStyle/>
        <a:p>
          <a:endParaRPr lang="en-US"/>
        </a:p>
      </dgm:t>
    </dgm:pt>
    <dgm:pt modelId="{8498BD38-AA7D-499D-A928-BD6846683FA8}" type="sibTrans" cxnId="{8D096A27-3653-4F42-B378-B077BCBC63AB}">
      <dgm:prSet/>
      <dgm:spPr/>
      <dgm:t>
        <a:bodyPr/>
        <a:lstStyle/>
        <a:p>
          <a:endParaRPr lang="en-US"/>
        </a:p>
      </dgm:t>
    </dgm:pt>
    <dgm:pt modelId="{2DD63865-E5C7-436C-933F-9B65686BC9CA}" type="pres">
      <dgm:prSet presAssocID="{19ED058C-796D-48E4-A881-6DD587B9587D}" presName="linear" presStyleCnt="0">
        <dgm:presLayoutVars>
          <dgm:dir/>
          <dgm:animLvl val="lvl"/>
          <dgm:resizeHandles val="exact"/>
        </dgm:presLayoutVars>
      </dgm:prSet>
      <dgm:spPr/>
    </dgm:pt>
    <dgm:pt modelId="{0198EDE5-1BAD-455A-8A44-32ED722A391B}" type="pres">
      <dgm:prSet presAssocID="{16FC44F2-83FA-449C-AFE2-640BE77D7AA6}" presName="parentLin" presStyleCnt="0"/>
      <dgm:spPr/>
    </dgm:pt>
    <dgm:pt modelId="{63CC6FDE-B7D6-495B-9761-D0D1B37F61DC}" type="pres">
      <dgm:prSet presAssocID="{16FC44F2-83FA-449C-AFE2-640BE77D7AA6}" presName="parentLeftMargin" presStyleLbl="node1" presStyleIdx="0" presStyleCnt="5"/>
      <dgm:spPr/>
    </dgm:pt>
    <dgm:pt modelId="{D59A66AD-86DD-4BF8-97BF-DFF667F46926}" type="pres">
      <dgm:prSet presAssocID="{16FC44F2-83FA-449C-AFE2-640BE77D7AA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333E411-8B4A-478C-9755-DD804337127D}" type="pres">
      <dgm:prSet presAssocID="{16FC44F2-83FA-449C-AFE2-640BE77D7AA6}" presName="negativeSpace" presStyleCnt="0"/>
      <dgm:spPr/>
    </dgm:pt>
    <dgm:pt modelId="{1F5EB55A-CBD9-4EF8-8D17-0C501BB57105}" type="pres">
      <dgm:prSet presAssocID="{16FC44F2-83FA-449C-AFE2-640BE77D7AA6}" presName="childText" presStyleLbl="conFgAcc1" presStyleIdx="0" presStyleCnt="5">
        <dgm:presLayoutVars>
          <dgm:bulletEnabled val="1"/>
        </dgm:presLayoutVars>
      </dgm:prSet>
      <dgm:spPr/>
    </dgm:pt>
    <dgm:pt modelId="{77985506-9F6B-4DD9-A6B7-786B029B460B}" type="pres">
      <dgm:prSet presAssocID="{E9B68751-5D40-483B-B6FE-FAE87CBCEC04}" presName="spaceBetweenRectangles" presStyleCnt="0"/>
      <dgm:spPr/>
    </dgm:pt>
    <dgm:pt modelId="{B3AC57DA-71FC-4A95-A304-7635CC16BF54}" type="pres">
      <dgm:prSet presAssocID="{74735044-247F-408E-9973-0B974A3AC3EC}" presName="parentLin" presStyleCnt="0"/>
      <dgm:spPr/>
    </dgm:pt>
    <dgm:pt modelId="{68C42750-D680-4E55-B58A-6D119F40B285}" type="pres">
      <dgm:prSet presAssocID="{74735044-247F-408E-9973-0B974A3AC3EC}" presName="parentLeftMargin" presStyleLbl="node1" presStyleIdx="0" presStyleCnt="5"/>
      <dgm:spPr/>
    </dgm:pt>
    <dgm:pt modelId="{66585D1A-91B4-45A7-B0C0-8CD79BC39747}" type="pres">
      <dgm:prSet presAssocID="{74735044-247F-408E-9973-0B974A3AC3E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EAD4D52-20B6-43A0-9E5B-BDFAD141D271}" type="pres">
      <dgm:prSet presAssocID="{74735044-247F-408E-9973-0B974A3AC3EC}" presName="negativeSpace" presStyleCnt="0"/>
      <dgm:spPr/>
    </dgm:pt>
    <dgm:pt modelId="{C251C37E-527C-47B3-8D16-3195DCE0844D}" type="pres">
      <dgm:prSet presAssocID="{74735044-247F-408E-9973-0B974A3AC3EC}" presName="childText" presStyleLbl="conFgAcc1" presStyleIdx="1" presStyleCnt="5">
        <dgm:presLayoutVars>
          <dgm:bulletEnabled val="1"/>
        </dgm:presLayoutVars>
      </dgm:prSet>
      <dgm:spPr/>
    </dgm:pt>
    <dgm:pt modelId="{03205112-98B6-4E58-896E-9AEE742DFD30}" type="pres">
      <dgm:prSet presAssocID="{F6A3CCB2-BD3F-4126-B18F-F4E004CC23F3}" presName="spaceBetweenRectangles" presStyleCnt="0"/>
      <dgm:spPr/>
    </dgm:pt>
    <dgm:pt modelId="{9F44E135-6D9E-42FD-A841-29120F7BD98E}" type="pres">
      <dgm:prSet presAssocID="{BA57A445-506F-4269-942E-C80B1933D7E9}" presName="parentLin" presStyleCnt="0"/>
      <dgm:spPr/>
    </dgm:pt>
    <dgm:pt modelId="{0BB833D6-80E7-49E3-89B9-88B04608A909}" type="pres">
      <dgm:prSet presAssocID="{BA57A445-506F-4269-942E-C80B1933D7E9}" presName="parentLeftMargin" presStyleLbl="node1" presStyleIdx="1" presStyleCnt="5"/>
      <dgm:spPr/>
    </dgm:pt>
    <dgm:pt modelId="{BDB939A1-07E0-4BD7-AA1E-EA1ACB64DA66}" type="pres">
      <dgm:prSet presAssocID="{BA57A445-506F-4269-942E-C80B1933D7E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B91BC5-72E7-41F4-BED9-F9E0B434B1C4}" type="pres">
      <dgm:prSet presAssocID="{BA57A445-506F-4269-942E-C80B1933D7E9}" presName="negativeSpace" presStyleCnt="0"/>
      <dgm:spPr/>
    </dgm:pt>
    <dgm:pt modelId="{2AF5611B-4C7F-42F9-9C2B-AF34115FC7CD}" type="pres">
      <dgm:prSet presAssocID="{BA57A445-506F-4269-942E-C80B1933D7E9}" presName="childText" presStyleLbl="conFgAcc1" presStyleIdx="2" presStyleCnt="5">
        <dgm:presLayoutVars>
          <dgm:bulletEnabled val="1"/>
        </dgm:presLayoutVars>
      </dgm:prSet>
      <dgm:spPr/>
    </dgm:pt>
    <dgm:pt modelId="{B80C0166-F56C-469A-9EA4-0F0CFE36B1F3}" type="pres">
      <dgm:prSet presAssocID="{94D053A5-39E3-4FD6-ABE0-6DA5DC20C959}" presName="spaceBetweenRectangles" presStyleCnt="0"/>
      <dgm:spPr/>
    </dgm:pt>
    <dgm:pt modelId="{5D80A4D2-1CD3-4542-ACC2-D1C97F9F6362}" type="pres">
      <dgm:prSet presAssocID="{63EA529F-A544-4D4F-8449-AFDB9BA13A42}" presName="parentLin" presStyleCnt="0"/>
      <dgm:spPr/>
    </dgm:pt>
    <dgm:pt modelId="{194DF571-3BBD-4A57-BCC5-8AA6516F2A1A}" type="pres">
      <dgm:prSet presAssocID="{63EA529F-A544-4D4F-8449-AFDB9BA13A42}" presName="parentLeftMargin" presStyleLbl="node1" presStyleIdx="2" presStyleCnt="5"/>
      <dgm:spPr/>
    </dgm:pt>
    <dgm:pt modelId="{C8FFEFF3-E25D-4611-B277-EDF77B968159}" type="pres">
      <dgm:prSet presAssocID="{63EA529F-A544-4D4F-8449-AFDB9BA13A4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FDAF369-A77A-42A9-83AE-F41D3B719928}" type="pres">
      <dgm:prSet presAssocID="{63EA529F-A544-4D4F-8449-AFDB9BA13A42}" presName="negativeSpace" presStyleCnt="0"/>
      <dgm:spPr/>
    </dgm:pt>
    <dgm:pt modelId="{D836B887-DD90-42BC-975B-D5B51EE58FB6}" type="pres">
      <dgm:prSet presAssocID="{63EA529F-A544-4D4F-8449-AFDB9BA13A42}" presName="childText" presStyleLbl="conFgAcc1" presStyleIdx="3" presStyleCnt="5">
        <dgm:presLayoutVars>
          <dgm:bulletEnabled val="1"/>
        </dgm:presLayoutVars>
      </dgm:prSet>
      <dgm:spPr/>
    </dgm:pt>
    <dgm:pt modelId="{84801573-5426-4245-9C67-21FD0FFFCE9E}" type="pres">
      <dgm:prSet presAssocID="{D6EF6949-3DA0-43F7-BE9B-0B8A701CAFFB}" presName="spaceBetweenRectangles" presStyleCnt="0"/>
      <dgm:spPr/>
    </dgm:pt>
    <dgm:pt modelId="{26FB0DB0-2D9F-47FA-AB2C-3FEC4F2C6B11}" type="pres">
      <dgm:prSet presAssocID="{14E5B709-F113-4172-AB6C-AF1531EF2843}" presName="parentLin" presStyleCnt="0"/>
      <dgm:spPr/>
    </dgm:pt>
    <dgm:pt modelId="{EE191D4B-F755-44BE-8922-4C7270A2B595}" type="pres">
      <dgm:prSet presAssocID="{14E5B709-F113-4172-AB6C-AF1531EF2843}" presName="parentLeftMargin" presStyleLbl="node1" presStyleIdx="3" presStyleCnt="5"/>
      <dgm:spPr/>
    </dgm:pt>
    <dgm:pt modelId="{EB16E139-8116-4243-B676-08076F6A3293}" type="pres">
      <dgm:prSet presAssocID="{14E5B709-F113-4172-AB6C-AF1531EF284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9FE2270-FE83-45FC-AC83-F3476777B351}" type="pres">
      <dgm:prSet presAssocID="{14E5B709-F113-4172-AB6C-AF1531EF2843}" presName="negativeSpace" presStyleCnt="0"/>
      <dgm:spPr/>
    </dgm:pt>
    <dgm:pt modelId="{31C1702D-53FD-462C-BB71-B069C43A4C0F}" type="pres">
      <dgm:prSet presAssocID="{14E5B709-F113-4172-AB6C-AF1531EF284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9FE0202-BB56-450B-B354-851A09692494}" type="presOf" srcId="{16FC44F2-83FA-449C-AFE2-640BE77D7AA6}" destId="{63CC6FDE-B7D6-495B-9761-D0D1B37F61DC}" srcOrd="0" destOrd="0" presId="urn:microsoft.com/office/officeart/2005/8/layout/list1"/>
    <dgm:cxn modelId="{6306C311-98EE-4DCD-9E06-B44E117E0312}" type="presOf" srcId="{63EA529F-A544-4D4F-8449-AFDB9BA13A42}" destId="{194DF571-3BBD-4A57-BCC5-8AA6516F2A1A}" srcOrd="0" destOrd="0" presId="urn:microsoft.com/office/officeart/2005/8/layout/list1"/>
    <dgm:cxn modelId="{8D096A27-3653-4F42-B378-B077BCBC63AB}" srcId="{19ED058C-796D-48E4-A881-6DD587B9587D}" destId="{14E5B709-F113-4172-AB6C-AF1531EF2843}" srcOrd="4" destOrd="0" parTransId="{0E002C76-9495-4494-9CF2-9E8B9D782290}" sibTransId="{8498BD38-AA7D-499D-A928-BD6846683FA8}"/>
    <dgm:cxn modelId="{D89C4B36-7048-4B12-82AA-E399D76698DB}" srcId="{19ED058C-796D-48E4-A881-6DD587B9587D}" destId="{BA57A445-506F-4269-942E-C80B1933D7E9}" srcOrd="2" destOrd="0" parTransId="{FF602230-E8B1-45AD-92A2-A4DEE9D7B10E}" sibTransId="{94D053A5-39E3-4FD6-ABE0-6DA5DC20C959}"/>
    <dgm:cxn modelId="{6F5ACB3B-783C-45FF-8523-443CC27C5624}" srcId="{19ED058C-796D-48E4-A881-6DD587B9587D}" destId="{16FC44F2-83FA-449C-AFE2-640BE77D7AA6}" srcOrd="0" destOrd="0" parTransId="{D325D7B9-F24C-4234-9EFF-B8B5C097B1BD}" sibTransId="{E9B68751-5D40-483B-B6FE-FAE87CBCEC04}"/>
    <dgm:cxn modelId="{13E76C60-6E56-483C-AD82-10F9F34539D3}" type="presOf" srcId="{14E5B709-F113-4172-AB6C-AF1531EF2843}" destId="{EB16E139-8116-4243-B676-08076F6A3293}" srcOrd="1" destOrd="0" presId="urn:microsoft.com/office/officeart/2005/8/layout/list1"/>
    <dgm:cxn modelId="{46D6BD6A-AB8D-4C98-8FD7-A38AC6F380E6}" type="presOf" srcId="{19ED058C-796D-48E4-A881-6DD587B9587D}" destId="{2DD63865-E5C7-436C-933F-9B65686BC9CA}" srcOrd="0" destOrd="0" presId="urn:microsoft.com/office/officeart/2005/8/layout/list1"/>
    <dgm:cxn modelId="{10DC574B-2300-4BDF-AF99-4A41F158EA4A}" type="presOf" srcId="{14E5B709-F113-4172-AB6C-AF1531EF2843}" destId="{EE191D4B-F755-44BE-8922-4C7270A2B595}" srcOrd="0" destOrd="0" presId="urn:microsoft.com/office/officeart/2005/8/layout/list1"/>
    <dgm:cxn modelId="{3884605A-023A-43FE-8637-223709F7C969}" type="presOf" srcId="{16FC44F2-83FA-449C-AFE2-640BE77D7AA6}" destId="{D59A66AD-86DD-4BF8-97BF-DFF667F46926}" srcOrd="1" destOrd="0" presId="urn:microsoft.com/office/officeart/2005/8/layout/list1"/>
    <dgm:cxn modelId="{4A79BD7E-D6FF-47BE-948A-9AC6988B6E83}" srcId="{19ED058C-796D-48E4-A881-6DD587B9587D}" destId="{63EA529F-A544-4D4F-8449-AFDB9BA13A42}" srcOrd="3" destOrd="0" parTransId="{F44C8C52-D4BC-495C-9A58-1B8D8BD9E561}" sibTransId="{D6EF6949-3DA0-43F7-BE9B-0B8A701CAFFB}"/>
    <dgm:cxn modelId="{E093A390-DDCB-4A76-9DF0-4D94587DDEC1}" type="presOf" srcId="{BA57A445-506F-4269-942E-C80B1933D7E9}" destId="{BDB939A1-07E0-4BD7-AA1E-EA1ACB64DA66}" srcOrd="1" destOrd="0" presId="urn:microsoft.com/office/officeart/2005/8/layout/list1"/>
    <dgm:cxn modelId="{3970FA9A-D481-41AC-B505-6CB3799C978E}" srcId="{19ED058C-796D-48E4-A881-6DD587B9587D}" destId="{74735044-247F-408E-9973-0B974A3AC3EC}" srcOrd="1" destOrd="0" parTransId="{BE4AA2C0-4188-4F0E-B055-94EC7CFE870B}" sibTransId="{F6A3CCB2-BD3F-4126-B18F-F4E004CC23F3}"/>
    <dgm:cxn modelId="{BC62BDAF-B028-4D3A-9ECE-F389FE317A48}" type="presOf" srcId="{BA57A445-506F-4269-942E-C80B1933D7E9}" destId="{0BB833D6-80E7-49E3-89B9-88B04608A909}" srcOrd="0" destOrd="0" presId="urn:microsoft.com/office/officeart/2005/8/layout/list1"/>
    <dgm:cxn modelId="{23957EC7-0FC9-4A64-B66A-FC576FB874B6}" type="presOf" srcId="{74735044-247F-408E-9973-0B974A3AC3EC}" destId="{66585D1A-91B4-45A7-B0C0-8CD79BC39747}" srcOrd="1" destOrd="0" presId="urn:microsoft.com/office/officeart/2005/8/layout/list1"/>
    <dgm:cxn modelId="{68A8D9E0-E1AE-45E8-99AD-CD79AB2A27F4}" type="presOf" srcId="{63EA529F-A544-4D4F-8449-AFDB9BA13A42}" destId="{C8FFEFF3-E25D-4611-B277-EDF77B968159}" srcOrd="1" destOrd="0" presId="urn:microsoft.com/office/officeart/2005/8/layout/list1"/>
    <dgm:cxn modelId="{B23F69F1-9BD1-4D4C-A998-1DC075C7F478}" type="presOf" srcId="{74735044-247F-408E-9973-0B974A3AC3EC}" destId="{68C42750-D680-4E55-B58A-6D119F40B285}" srcOrd="0" destOrd="0" presId="urn:microsoft.com/office/officeart/2005/8/layout/list1"/>
    <dgm:cxn modelId="{A98EE14B-BD91-4D95-840F-A5D000E0499D}" type="presParOf" srcId="{2DD63865-E5C7-436C-933F-9B65686BC9CA}" destId="{0198EDE5-1BAD-455A-8A44-32ED722A391B}" srcOrd="0" destOrd="0" presId="urn:microsoft.com/office/officeart/2005/8/layout/list1"/>
    <dgm:cxn modelId="{6EB9A573-F0ED-4E6F-AB0A-E00D357C7C39}" type="presParOf" srcId="{0198EDE5-1BAD-455A-8A44-32ED722A391B}" destId="{63CC6FDE-B7D6-495B-9761-D0D1B37F61DC}" srcOrd="0" destOrd="0" presId="urn:microsoft.com/office/officeart/2005/8/layout/list1"/>
    <dgm:cxn modelId="{ED6710F6-EEDD-4654-80A5-22829315B684}" type="presParOf" srcId="{0198EDE5-1BAD-455A-8A44-32ED722A391B}" destId="{D59A66AD-86DD-4BF8-97BF-DFF667F46926}" srcOrd="1" destOrd="0" presId="urn:microsoft.com/office/officeart/2005/8/layout/list1"/>
    <dgm:cxn modelId="{AB0FC77E-4187-44C7-ABF2-5046B317AB55}" type="presParOf" srcId="{2DD63865-E5C7-436C-933F-9B65686BC9CA}" destId="{F333E411-8B4A-478C-9755-DD804337127D}" srcOrd="1" destOrd="0" presId="urn:microsoft.com/office/officeart/2005/8/layout/list1"/>
    <dgm:cxn modelId="{1DAD675B-B9FE-4F31-8D57-73B492D59014}" type="presParOf" srcId="{2DD63865-E5C7-436C-933F-9B65686BC9CA}" destId="{1F5EB55A-CBD9-4EF8-8D17-0C501BB57105}" srcOrd="2" destOrd="0" presId="urn:microsoft.com/office/officeart/2005/8/layout/list1"/>
    <dgm:cxn modelId="{9199FB62-9F98-4E3B-9075-5C8A3F20CCAB}" type="presParOf" srcId="{2DD63865-E5C7-436C-933F-9B65686BC9CA}" destId="{77985506-9F6B-4DD9-A6B7-786B029B460B}" srcOrd="3" destOrd="0" presId="urn:microsoft.com/office/officeart/2005/8/layout/list1"/>
    <dgm:cxn modelId="{60A94CA2-8C0C-458A-AC88-B2435491D9DC}" type="presParOf" srcId="{2DD63865-E5C7-436C-933F-9B65686BC9CA}" destId="{B3AC57DA-71FC-4A95-A304-7635CC16BF54}" srcOrd="4" destOrd="0" presId="urn:microsoft.com/office/officeart/2005/8/layout/list1"/>
    <dgm:cxn modelId="{A342B07F-D88B-4B7A-8F15-6035BEF389EA}" type="presParOf" srcId="{B3AC57DA-71FC-4A95-A304-7635CC16BF54}" destId="{68C42750-D680-4E55-B58A-6D119F40B285}" srcOrd="0" destOrd="0" presId="urn:microsoft.com/office/officeart/2005/8/layout/list1"/>
    <dgm:cxn modelId="{11037824-5ED6-4ABB-8876-4327975DEC6C}" type="presParOf" srcId="{B3AC57DA-71FC-4A95-A304-7635CC16BF54}" destId="{66585D1A-91B4-45A7-B0C0-8CD79BC39747}" srcOrd="1" destOrd="0" presId="urn:microsoft.com/office/officeart/2005/8/layout/list1"/>
    <dgm:cxn modelId="{04BDF4C4-1964-4C5B-A742-C8474652CAD3}" type="presParOf" srcId="{2DD63865-E5C7-436C-933F-9B65686BC9CA}" destId="{DEAD4D52-20B6-43A0-9E5B-BDFAD141D271}" srcOrd="5" destOrd="0" presId="urn:microsoft.com/office/officeart/2005/8/layout/list1"/>
    <dgm:cxn modelId="{F92ED8C2-C356-4CED-A9A5-4CF17F56E26E}" type="presParOf" srcId="{2DD63865-E5C7-436C-933F-9B65686BC9CA}" destId="{C251C37E-527C-47B3-8D16-3195DCE0844D}" srcOrd="6" destOrd="0" presId="urn:microsoft.com/office/officeart/2005/8/layout/list1"/>
    <dgm:cxn modelId="{1BB9CD60-18F9-4136-BF7B-70218B0F2064}" type="presParOf" srcId="{2DD63865-E5C7-436C-933F-9B65686BC9CA}" destId="{03205112-98B6-4E58-896E-9AEE742DFD30}" srcOrd="7" destOrd="0" presId="urn:microsoft.com/office/officeart/2005/8/layout/list1"/>
    <dgm:cxn modelId="{CC86C6F5-9292-4B0E-BE71-36B2D83C773F}" type="presParOf" srcId="{2DD63865-E5C7-436C-933F-9B65686BC9CA}" destId="{9F44E135-6D9E-42FD-A841-29120F7BD98E}" srcOrd="8" destOrd="0" presId="urn:microsoft.com/office/officeart/2005/8/layout/list1"/>
    <dgm:cxn modelId="{6760AEE4-AC81-47A1-8DAD-8FCE8D512219}" type="presParOf" srcId="{9F44E135-6D9E-42FD-A841-29120F7BD98E}" destId="{0BB833D6-80E7-49E3-89B9-88B04608A909}" srcOrd="0" destOrd="0" presId="urn:microsoft.com/office/officeart/2005/8/layout/list1"/>
    <dgm:cxn modelId="{14AEE443-3BD7-405F-AA0C-7A4E76A60544}" type="presParOf" srcId="{9F44E135-6D9E-42FD-A841-29120F7BD98E}" destId="{BDB939A1-07E0-4BD7-AA1E-EA1ACB64DA66}" srcOrd="1" destOrd="0" presId="urn:microsoft.com/office/officeart/2005/8/layout/list1"/>
    <dgm:cxn modelId="{D3722829-2C24-4BDA-995B-9DEBBD23175E}" type="presParOf" srcId="{2DD63865-E5C7-436C-933F-9B65686BC9CA}" destId="{7FB91BC5-72E7-41F4-BED9-F9E0B434B1C4}" srcOrd="9" destOrd="0" presId="urn:microsoft.com/office/officeart/2005/8/layout/list1"/>
    <dgm:cxn modelId="{57CB957C-3AC6-4DA7-9262-186783FD8C26}" type="presParOf" srcId="{2DD63865-E5C7-436C-933F-9B65686BC9CA}" destId="{2AF5611B-4C7F-42F9-9C2B-AF34115FC7CD}" srcOrd="10" destOrd="0" presId="urn:microsoft.com/office/officeart/2005/8/layout/list1"/>
    <dgm:cxn modelId="{D38FC84D-61F0-434E-852F-B215983BF221}" type="presParOf" srcId="{2DD63865-E5C7-436C-933F-9B65686BC9CA}" destId="{B80C0166-F56C-469A-9EA4-0F0CFE36B1F3}" srcOrd="11" destOrd="0" presId="urn:microsoft.com/office/officeart/2005/8/layout/list1"/>
    <dgm:cxn modelId="{411452A4-3C27-4C20-9EC8-BBBCD2E0212E}" type="presParOf" srcId="{2DD63865-E5C7-436C-933F-9B65686BC9CA}" destId="{5D80A4D2-1CD3-4542-ACC2-D1C97F9F6362}" srcOrd="12" destOrd="0" presId="urn:microsoft.com/office/officeart/2005/8/layout/list1"/>
    <dgm:cxn modelId="{169BC43B-8F80-4D76-89EE-3668C0A7BE51}" type="presParOf" srcId="{5D80A4D2-1CD3-4542-ACC2-D1C97F9F6362}" destId="{194DF571-3BBD-4A57-BCC5-8AA6516F2A1A}" srcOrd="0" destOrd="0" presId="urn:microsoft.com/office/officeart/2005/8/layout/list1"/>
    <dgm:cxn modelId="{F6FEF0CB-F70F-402D-AD06-62CF311C8C31}" type="presParOf" srcId="{5D80A4D2-1CD3-4542-ACC2-D1C97F9F6362}" destId="{C8FFEFF3-E25D-4611-B277-EDF77B968159}" srcOrd="1" destOrd="0" presId="urn:microsoft.com/office/officeart/2005/8/layout/list1"/>
    <dgm:cxn modelId="{4040EB18-669C-482C-960F-5489785BE2D9}" type="presParOf" srcId="{2DD63865-E5C7-436C-933F-9B65686BC9CA}" destId="{6FDAF369-A77A-42A9-83AE-F41D3B719928}" srcOrd="13" destOrd="0" presId="urn:microsoft.com/office/officeart/2005/8/layout/list1"/>
    <dgm:cxn modelId="{E87C8AA5-99B8-442F-AA22-4EAB6597E32E}" type="presParOf" srcId="{2DD63865-E5C7-436C-933F-9B65686BC9CA}" destId="{D836B887-DD90-42BC-975B-D5B51EE58FB6}" srcOrd="14" destOrd="0" presId="urn:microsoft.com/office/officeart/2005/8/layout/list1"/>
    <dgm:cxn modelId="{E5DEEE0C-4D56-4A49-A517-46662391C784}" type="presParOf" srcId="{2DD63865-E5C7-436C-933F-9B65686BC9CA}" destId="{84801573-5426-4245-9C67-21FD0FFFCE9E}" srcOrd="15" destOrd="0" presId="urn:microsoft.com/office/officeart/2005/8/layout/list1"/>
    <dgm:cxn modelId="{D1739944-028E-4C41-BE4D-ACD52B6B6C90}" type="presParOf" srcId="{2DD63865-E5C7-436C-933F-9B65686BC9CA}" destId="{26FB0DB0-2D9F-47FA-AB2C-3FEC4F2C6B11}" srcOrd="16" destOrd="0" presId="urn:microsoft.com/office/officeart/2005/8/layout/list1"/>
    <dgm:cxn modelId="{181A0736-EA61-407F-B74C-9521E1CC3F91}" type="presParOf" srcId="{26FB0DB0-2D9F-47FA-AB2C-3FEC4F2C6B11}" destId="{EE191D4B-F755-44BE-8922-4C7270A2B595}" srcOrd="0" destOrd="0" presId="urn:microsoft.com/office/officeart/2005/8/layout/list1"/>
    <dgm:cxn modelId="{0CE0A948-36FF-4459-86BA-0365533A6F04}" type="presParOf" srcId="{26FB0DB0-2D9F-47FA-AB2C-3FEC4F2C6B11}" destId="{EB16E139-8116-4243-B676-08076F6A3293}" srcOrd="1" destOrd="0" presId="urn:microsoft.com/office/officeart/2005/8/layout/list1"/>
    <dgm:cxn modelId="{3B282D9A-625B-41A9-BC88-2997FCB15084}" type="presParOf" srcId="{2DD63865-E5C7-436C-933F-9B65686BC9CA}" destId="{19FE2270-FE83-45FC-AC83-F3476777B351}" srcOrd="17" destOrd="0" presId="urn:microsoft.com/office/officeart/2005/8/layout/list1"/>
    <dgm:cxn modelId="{D51CFB61-D997-4D19-B57F-67B88806045F}" type="presParOf" srcId="{2DD63865-E5C7-436C-933F-9B65686BC9CA}" destId="{31C1702D-53FD-462C-BB71-B069C43A4C0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E2583D-231C-4823-91D0-C8EDA1F41ACA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E7757BB-B690-4C6E-B942-C9C4C040DD8D}">
      <dgm:prSet/>
      <dgm:spPr/>
      <dgm:t>
        <a:bodyPr/>
        <a:lstStyle/>
        <a:p>
          <a:r>
            <a:rPr lang="en-IN" b="1"/>
            <a:t>Frontend</a:t>
          </a:r>
          <a:endParaRPr lang="en-US"/>
        </a:p>
      </dgm:t>
    </dgm:pt>
    <dgm:pt modelId="{15705561-8764-4B14-AEE8-6FDAB10602CA}" type="parTrans" cxnId="{E5566B73-D03B-4BB3-8714-F0A0134A04B0}">
      <dgm:prSet/>
      <dgm:spPr/>
      <dgm:t>
        <a:bodyPr/>
        <a:lstStyle/>
        <a:p>
          <a:endParaRPr lang="en-US"/>
        </a:p>
      </dgm:t>
    </dgm:pt>
    <dgm:pt modelId="{4454232E-4FBF-426E-BD36-02F443A5845A}" type="sibTrans" cxnId="{E5566B73-D03B-4BB3-8714-F0A0134A04B0}">
      <dgm:prSet/>
      <dgm:spPr/>
      <dgm:t>
        <a:bodyPr/>
        <a:lstStyle/>
        <a:p>
          <a:endParaRPr lang="en-US"/>
        </a:p>
      </dgm:t>
    </dgm:pt>
    <dgm:pt modelId="{F77CBCB7-6459-40BC-BDA7-3ABA838A2E79}">
      <dgm:prSet/>
      <dgm:spPr/>
      <dgm:t>
        <a:bodyPr/>
        <a:lstStyle/>
        <a:p>
          <a:r>
            <a:rPr lang="en-IN"/>
            <a:t>React 19, Vite, Recharts</a:t>
          </a:r>
          <a:endParaRPr lang="en-US"/>
        </a:p>
      </dgm:t>
    </dgm:pt>
    <dgm:pt modelId="{DE260104-996D-4652-8CB0-C7489129053B}" type="parTrans" cxnId="{8051A014-7E0D-4B44-96F6-A67E5CE4CAB8}">
      <dgm:prSet/>
      <dgm:spPr/>
      <dgm:t>
        <a:bodyPr/>
        <a:lstStyle/>
        <a:p>
          <a:endParaRPr lang="en-US"/>
        </a:p>
      </dgm:t>
    </dgm:pt>
    <dgm:pt modelId="{38BCCE7C-2C8C-4193-A93E-77EB75DF5ABD}" type="sibTrans" cxnId="{8051A014-7E0D-4B44-96F6-A67E5CE4CAB8}">
      <dgm:prSet/>
      <dgm:spPr/>
      <dgm:t>
        <a:bodyPr/>
        <a:lstStyle/>
        <a:p>
          <a:endParaRPr lang="en-US"/>
        </a:p>
      </dgm:t>
    </dgm:pt>
    <dgm:pt modelId="{50919971-F6B0-4EBC-B339-A61ED88962E6}">
      <dgm:prSet/>
      <dgm:spPr/>
      <dgm:t>
        <a:bodyPr/>
        <a:lstStyle/>
        <a:p>
          <a:r>
            <a:rPr lang="en-IN"/>
            <a:t>Context API</a:t>
          </a:r>
          <a:endParaRPr lang="en-US"/>
        </a:p>
      </dgm:t>
    </dgm:pt>
    <dgm:pt modelId="{BAD49121-198D-4F80-A948-A3666228C84A}" type="parTrans" cxnId="{A12CC1D2-9C76-4C9F-8B9E-ED48CAE47C8E}">
      <dgm:prSet/>
      <dgm:spPr/>
      <dgm:t>
        <a:bodyPr/>
        <a:lstStyle/>
        <a:p>
          <a:endParaRPr lang="en-US"/>
        </a:p>
      </dgm:t>
    </dgm:pt>
    <dgm:pt modelId="{42CF2CF1-9E25-48C7-A321-F40D10044647}" type="sibTrans" cxnId="{A12CC1D2-9C76-4C9F-8B9E-ED48CAE47C8E}">
      <dgm:prSet/>
      <dgm:spPr/>
      <dgm:t>
        <a:bodyPr/>
        <a:lstStyle/>
        <a:p>
          <a:endParaRPr lang="en-US"/>
        </a:p>
      </dgm:t>
    </dgm:pt>
    <dgm:pt modelId="{A1899768-AF4C-4CD4-990D-F8E3BC7A9F3E}">
      <dgm:prSet/>
      <dgm:spPr/>
      <dgm:t>
        <a:bodyPr/>
        <a:lstStyle/>
        <a:p>
          <a:r>
            <a:rPr lang="en-IN" b="1"/>
            <a:t>Backend</a:t>
          </a:r>
          <a:endParaRPr lang="en-US"/>
        </a:p>
      </dgm:t>
    </dgm:pt>
    <dgm:pt modelId="{8419CD42-953D-48F2-B8B0-7D0966B527A0}" type="parTrans" cxnId="{1383057B-85BF-445B-9225-F0EFCEB5667F}">
      <dgm:prSet/>
      <dgm:spPr/>
      <dgm:t>
        <a:bodyPr/>
        <a:lstStyle/>
        <a:p>
          <a:endParaRPr lang="en-US"/>
        </a:p>
      </dgm:t>
    </dgm:pt>
    <dgm:pt modelId="{A593DC5D-C615-4F0E-BC4C-69BE4A609C48}" type="sibTrans" cxnId="{1383057B-85BF-445B-9225-F0EFCEB5667F}">
      <dgm:prSet/>
      <dgm:spPr/>
      <dgm:t>
        <a:bodyPr/>
        <a:lstStyle/>
        <a:p>
          <a:endParaRPr lang="en-US"/>
        </a:p>
      </dgm:t>
    </dgm:pt>
    <dgm:pt modelId="{E8AE934A-933A-4B22-AC48-8238A2E46651}">
      <dgm:prSet/>
      <dgm:spPr/>
      <dgm:t>
        <a:bodyPr/>
        <a:lstStyle/>
        <a:p>
          <a:r>
            <a:rPr lang="en-IN"/>
            <a:t>Node.js, Express</a:t>
          </a:r>
          <a:endParaRPr lang="en-US"/>
        </a:p>
      </dgm:t>
    </dgm:pt>
    <dgm:pt modelId="{C13919A7-D7DE-416B-9B94-7F99190D61D6}" type="parTrans" cxnId="{15208787-EDA5-4EB1-B726-E58EEC3147BE}">
      <dgm:prSet/>
      <dgm:spPr/>
      <dgm:t>
        <a:bodyPr/>
        <a:lstStyle/>
        <a:p>
          <a:endParaRPr lang="en-US"/>
        </a:p>
      </dgm:t>
    </dgm:pt>
    <dgm:pt modelId="{D29BFAD3-7D03-4474-90B6-C817BE9A22A2}" type="sibTrans" cxnId="{15208787-EDA5-4EB1-B726-E58EEC3147BE}">
      <dgm:prSet/>
      <dgm:spPr/>
      <dgm:t>
        <a:bodyPr/>
        <a:lstStyle/>
        <a:p>
          <a:endParaRPr lang="en-US"/>
        </a:p>
      </dgm:t>
    </dgm:pt>
    <dgm:pt modelId="{524B6A9A-1947-42F9-BF0E-E032D378CA32}">
      <dgm:prSet/>
      <dgm:spPr/>
      <dgm:t>
        <a:bodyPr/>
        <a:lstStyle/>
        <a:p>
          <a:r>
            <a:rPr lang="en-IN"/>
            <a:t>Node-Cron</a:t>
          </a:r>
          <a:endParaRPr lang="en-US"/>
        </a:p>
      </dgm:t>
    </dgm:pt>
    <dgm:pt modelId="{52B01805-4D1D-40BC-ACA9-236C69A9350D}" type="parTrans" cxnId="{FF7B9B61-6DF2-4C04-A81A-297C9BEFE2D0}">
      <dgm:prSet/>
      <dgm:spPr/>
      <dgm:t>
        <a:bodyPr/>
        <a:lstStyle/>
        <a:p>
          <a:endParaRPr lang="en-US"/>
        </a:p>
      </dgm:t>
    </dgm:pt>
    <dgm:pt modelId="{405C703C-9760-4AC7-BF67-0C155DC9CC75}" type="sibTrans" cxnId="{FF7B9B61-6DF2-4C04-A81A-297C9BEFE2D0}">
      <dgm:prSet/>
      <dgm:spPr/>
      <dgm:t>
        <a:bodyPr/>
        <a:lstStyle/>
        <a:p>
          <a:endParaRPr lang="en-US"/>
        </a:p>
      </dgm:t>
    </dgm:pt>
    <dgm:pt modelId="{3FD7268D-02AA-47EB-96C6-B9D1AC240043}">
      <dgm:prSet/>
      <dgm:spPr/>
      <dgm:t>
        <a:bodyPr/>
        <a:lstStyle/>
        <a:p>
          <a:r>
            <a:rPr lang="en-IN" b="1"/>
            <a:t>Database</a:t>
          </a:r>
          <a:endParaRPr lang="en-US"/>
        </a:p>
      </dgm:t>
    </dgm:pt>
    <dgm:pt modelId="{A83645B1-59AD-460F-BE86-F3C542BE2805}" type="parTrans" cxnId="{87A619A4-F41A-4BF2-8C8F-3B5E69EA1608}">
      <dgm:prSet/>
      <dgm:spPr/>
      <dgm:t>
        <a:bodyPr/>
        <a:lstStyle/>
        <a:p>
          <a:endParaRPr lang="en-US"/>
        </a:p>
      </dgm:t>
    </dgm:pt>
    <dgm:pt modelId="{6AC8B99B-79F0-4E7D-87BD-922DA7D9C9B0}" type="sibTrans" cxnId="{87A619A4-F41A-4BF2-8C8F-3B5E69EA1608}">
      <dgm:prSet/>
      <dgm:spPr/>
      <dgm:t>
        <a:bodyPr/>
        <a:lstStyle/>
        <a:p>
          <a:endParaRPr lang="en-US"/>
        </a:p>
      </dgm:t>
    </dgm:pt>
    <dgm:pt modelId="{680A0AE9-0A1E-4AFC-8766-A0D4AF33EAD9}">
      <dgm:prSet/>
      <dgm:spPr/>
      <dgm:t>
        <a:bodyPr/>
        <a:lstStyle/>
        <a:p>
          <a:r>
            <a:rPr lang="en-IN"/>
            <a:t>MongoDB (Mongoose ODM)</a:t>
          </a:r>
          <a:endParaRPr lang="en-US"/>
        </a:p>
      </dgm:t>
    </dgm:pt>
    <dgm:pt modelId="{B422D284-0E3D-4FF2-A800-99E632FBF19E}" type="parTrans" cxnId="{6769E846-AD49-4AFE-BAC1-8C8E317E19CE}">
      <dgm:prSet/>
      <dgm:spPr/>
      <dgm:t>
        <a:bodyPr/>
        <a:lstStyle/>
        <a:p>
          <a:endParaRPr lang="en-US"/>
        </a:p>
      </dgm:t>
    </dgm:pt>
    <dgm:pt modelId="{50F95A85-D5ED-4CFB-AB63-9DE11400C799}" type="sibTrans" cxnId="{6769E846-AD49-4AFE-BAC1-8C8E317E19CE}">
      <dgm:prSet/>
      <dgm:spPr/>
      <dgm:t>
        <a:bodyPr/>
        <a:lstStyle/>
        <a:p>
          <a:endParaRPr lang="en-US"/>
        </a:p>
      </dgm:t>
    </dgm:pt>
    <dgm:pt modelId="{30843377-0B81-4E9B-9F5D-82EE0E94ED99}">
      <dgm:prSet/>
      <dgm:spPr/>
      <dgm:t>
        <a:bodyPr/>
        <a:lstStyle/>
        <a:p>
          <a:r>
            <a:rPr lang="en-IN" b="1"/>
            <a:t>Integrations</a:t>
          </a:r>
          <a:endParaRPr lang="en-US"/>
        </a:p>
      </dgm:t>
    </dgm:pt>
    <dgm:pt modelId="{31B28D5E-503F-43A7-A8AC-DD2EB16478C9}" type="parTrans" cxnId="{9002AF1F-B8FB-47A0-AF3C-6FDEA88EAA9F}">
      <dgm:prSet/>
      <dgm:spPr/>
      <dgm:t>
        <a:bodyPr/>
        <a:lstStyle/>
        <a:p>
          <a:endParaRPr lang="en-US"/>
        </a:p>
      </dgm:t>
    </dgm:pt>
    <dgm:pt modelId="{69761EE4-197F-4D90-ABBB-7AEE0C64796C}" type="sibTrans" cxnId="{9002AF1F-B8FB-47A0-AF3C-6FDEA88EAA9F}">
      <dgm:prSet/>
      <dgm:spPr/>
      <dgm:t>
        <a:bodyPr/>
        <a:lstStyle/>
        <a:p>
          <a:endParaRPr lang="en-US"/>
        </a:p>
      </dgm:t>
    </dgm:pt>
    <dgm:pt modelId="{6F56030A-2B3D-4560-804B-C125D78D08B9}">
      <dgm:prSet/>
      <dgm:spPr/>
      <dgm:t>
        <a:bodyPr/>
        <a:lstStyle/>
        <a:p>
          <a:r>
            <a:rPr lang="en-IN"/>
            <a:t>Zoom API</a:t>
          </a:r>
          <a:endParaRPr lang="en-US"/>
        </a:p>
      </dgm:t>
    </dgm:pt>
    <dgm:pt modelId="{2AFB51C1-9785-4B97-980E-EEAAC4869F17}" type="parTrans" cxnId="{B5FC5FC8-BD0B-4075-8632-21D268A2EFB6}">
      <dgm:prSet/>
      <dgm:spPr/>
      <dgm:t>
        <a:bodyPr/>
        <a:lstStyle/>
        <a:p>
          <a:endParaRPr lang="en-US"/>
        </a:p>
      </dgm:t>
    </dgm:pt>
    <dgm:pt modelId="{29151202-868D-4C1B-9CA2-3F15061F05A0}" type="sibTrans" cxnId="{B5FC5FC8-BD0B-4075-8632-21D268A2EFB6}">
      <dgm:prSet/>
      <dgm:spPr/>
      <dgm:t>
        <a:bodyPr/>
        <a:lstStyle/>
        <a:p>
          <a:endParaRPr lang="en-US"/>
        </a:p>
      </dgm:t>
    </dgm:pt>
    <dgm:pt modelId="{A9D64A9E-4CA8-4B95-AAE8-0ABD54E6A7BD}">
      <dgm:prSet/>
      <dgm:spPr/>
      <dgm:t>
        <a:bodyPr/>
        <a:lstStyle/>
        <a:p>
          <a:r>
            <a:rPr lang="en-IN"/>
            <a:t>Nodemailer</a:t>
          </a:r>
          <a:endParaRPr lang="en-US"/>
        </a:p>
      </dgm:t>
    </dgm:pt>
    <dgm:pt modelId="{48AD0790-BC56-40AF-9E57-44A0D7040D36}" type="parTrans" cxnId="{3910D72B-3CE6-475D-B626-0DDFF272542E}">
      <dgm:prSet/>
      <dgm:spPr/>
      <dgm:t>
        <a:bodyPr/>
        <a:lstStyle/>
        <a:p>
          <a:endParaRPr lang="en-US"/>
        </a:p>
      </dgm:t>
    </dgm:pt>
    <dgm:pt modelId="{F7C38CC9-DC16-467A-97A6-4C76A0E58953}" type="sibTrans" cxnId="{3910D72B-3CE6-475D-B626-0DDFF272542E}">
      <dgm:prSet/>
      <dgm:spPr/>
      <dgm:t>
        <a:bodyPr/>
        <a:lstStyle/>
        <a:p>
          <a:endParaRPr lang="en-US"/>
        </a:p>
      </dgm:t>
    </dgm:pt>
    <dgm:pt modelId="{3F86D20E-9CD9-4365-BA3E-6DD812FA7DC7}" type="pres">
      <dgm:prSet presAssocID="{5EE2583D-231C-4823-91D0-C8EDA1F41ACA}" presName="Name0" presStyleCnt="0">
        <dgm:presLayoutVars>
          <dgm:dir/>
          <dgm:animLvl val="lvl"/>
          <dgm:resizeHandles val="exact"/>
        </dgm:presLayoutVars>
      </dgm:prSet>
      <dgm:spPr/>
    </dgm:pt>
    <dgm:pt modelId="{C95FB75E-7566-48AC-BF8B-1D66D3D216A3}" type="pres">
      <dgm:prSet presAssocID="{CE7757BB-B690-4C6E-B942-C9C4C040DD8D}" presName="linNode" presStyleCnt="0"/>
      <dgm:spPr/>
    </dgm:pt>
    <dgm:pt modelId="{E0E2B3F5-CF4C-4B36-AAAC-116C48D131BA}" type="pres">
      <dgm:prSet presAssocID="{CE7757BB-B690-4C6E-B942-C9C4C040DD8D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821FF74-26F2-408A-B5DD-2F1BF5342DF2}" type="pres">
      <dgm:prSet presAssocID="{CE7757BB-B690-4C6E-B942-C9C4C040DD8D}" presName="descendantText" presStyleLbl="alignAccFollowNode1" presStyleIdx="0" presStyleCnt="4">
        <dgm:presLayoutVars>
          <dgm:bulletEnabled/>
        </dgm:presLayoutVars>
      </dgm:prSet>
      <dgm:spPr/>
    </dgm:pt>
    <dgm:pt modelId="{E5E2EF86-1005-4882-8E23-10A1B4D6CC92}" type="pres">
      <dgm:prSet presAssocID="{4454232E-4FBF-426E-BD36-02F443A5845A}" presName="sp" presStyleCnt="0"/>
      <dgm:spPr/>
    </dgm:pt>
    <dgm:pt modelId="{FD0087F0-284F-42C1-9163-624CC4B123EF}" type="pres">
      <dgm:prSet presAssocID="{A1899768-AF4C-4CD4-990D-F8E3BC7A9F3E}" presName="linNode" presStyleCnt="0"/>
      <dgm:spPr/>
    </dgm:pt>
    <dgm:pt modelId="{3B823EB3-E418-4194-A8F7-76C6D35E1283}" type="pres">
      <dgm:prSet presAssocID="{A1899768-AF4C-4CD4-990D-F8E3BC7A9F3E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213E5202-CEDA-45B5-8CC6-407FC850CA47}" type="pres">
      <dgm:prSet presAssocID="{A1899768-AF4C-4CD4-990D-F8E3BC7A9F3E}" presName="descendantText" presStyleLbl="alignAccFollowNode1" presStyleIdx="1" presStyleCnt="4">
        <dgm:presLayoutVars>
          <dgm:bulletEnabled/>
        </dgm:presLayoutVars>
      </dgm:prSet>
      <dgm:spPr/>
    </dgm:pt>
    <dgm:pt modelId="{59B78EF5-9034-40CC-8A8B-AEEE3900B680}" type="pres">
      <dgm:prSet presAssocID="{A593DC5D-C615-4F0E-BC4C-69BE4A609C48}" presName="sp" presStyleCnt="0"/>
      <dgm:spPr/>
    </dgm:pt>
    <dgm:pt modelId="{F32E4D7B-726D-4B6A-85CF-6128644986AF}" type="pres">
      <dgm:prSet presAssocID="{3FD7268D-02AA-47EB-96C6-B9D1AC240043}" presName="linNode" presStyleCnt="0"/>
      <dgm:spPr/>
    </dgm:pt>
    <dgm:pt modelId="{957E9F53-DE81-420B-9B81-66D5DC11A4F3}" type="pres">
      <dgm:prSet presAssocID="{3FD7268D-02AA-47EB-96C6-B9D1AC240043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F1CFA9D2-5449-4BBE-A723-872A10E6FBA7}" type="pres">
      <dgm:prSet presAssocID="{3FD7268D-02AA-47EB-96C6-B9D1AC240043}" presName="descendantText" presStyleLbl="alignAccFollowNode1" presStyleIdx="2" presStyleCnt="4">
        <dgm:presLayoutVars>
          <dgm:bulletEnabled/>
        </dgm:presLayoutVars>
      </dgm:prSet>
      <dgm:spPr/>
    </dgm:pt>
    <dgm:pt modelId="{6CACD6CC-C387-421D-AB88-08493BD8BA79}" type="pres">
      <dgm:prSet presAssocID="{6AC8B99B-79F0-4E7D-87BD-922DA7D9C9B0}" presName="sp" presStyleCnt="0"/>
      <dgm:spPr/>
    </dgm:pt>
    <dgm:pt modelId="{3DA7BFD3-644F-4527-A4E3-75560DCC7AFC}" type="pres">
      <dgm:prSet presAssocID="{30843377-0B81-4E9B-9F5D-82EE0E94ED99}" presName="linNode" presStyleCnt="0"/>
      <dgm:spPr/>
    </dgm:pt>
    <dgm:pt modelId="{E092A16F-4805-408C-B790-CACD20184ADA}" type="pres">
      <dgm:prSet presAssocID="{30843377-0B81-4E9B-9F5D-82EE0E94ED99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CEFBE3B0-C37D-420C-8369-25A38389907F}" type="pres">
      <dgm:prSet presAssocID="{30843377-0B81-4E9B-9F5D-82EE0E94ED99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0AAA7D00-6180-480B-AA0A-7BEB563B0CAC}" type="presOf" srcId="{6F56030A-2B3D-4560-804B-C125D78D08B9}" destId="{CEFBE3B0-C37D-420C-8369-25A38389907F}" srcOrd="0" destOrd="0" presId="urn:microsoft.com/office/officeart/2016/7/layout/VerticalSolidActionList"/>
    <dgm:cxn modelId="{8051A014-7E0D-4B44-96F6-A67E5CE4CAB8}" srcId="{CE7757BB-B690-4C6E-B942-C9C4C040DD8D}" destId="{F77CBCB7-6459-40BC-BDA7-3ABA838A2E79}" srcOrd="0" destOrd="0" parTransId="{DE260104-996D-4652-8CB0-C7489129053B}" sibTransId="{38BCCE7C-2C8C-4193-A93E-77EB75DF5ABD}"/>
    <dgm:cxn modelId="{AC87CF19-C841-485C-B52D-D76EB063E0AF}" type="presOf" srcId="{E8AE934A-933A-4B22-AC48-8238A2E46651}" destId="{213E5202-CEDA-45B5-8CC6-407FC850CA47}" srcOrd="0" destOrd="0" presId="urn:microsoft.com/office/officeart/2016/7/layout/VerticalSolidActionList"/>
    <dgm:cxn modelId="{9002AF1F-B8FB-47A0-AF3C-6FDEA88EAA9F}" srcId="{5EE2583D-231C-4823-91D0-C8EDA1F41ACA}" destId="{30843377-0B81-4E9B-9F5D-82EE0E94ED99}" srcOrd="3" destOrd="0" parTransId="{31B28D5E-503F-43A7-A8AC-DD2EB16478C9}" sibTransId="{69761EE4-197F-4D90-ABBB-7AEE0C64796C}"/>
    <dgm:cxn modelId="{3910D72B-3CE6-475D-B626-0DDFF272542E}" srcId="{30843377-0B81-4E9B-9F5D-82EE0E94ED99}" destId="{A9D64A9E-4CA8-4B95-AAE8-0ABD54E6A7BD}" srcOrd="1" destOrd="0" parTransId="{48AD0790-BC56-40AF-9E57-44A0D7040D36}" sibTransId="{F7C38CC9-DC16-467A-97A6-4C76A0E58953}"/>
    <dgm:cxn modelId="{8DDC1D2D-9DCA-4326-A192-C1F44753A608}" type="presOf" srcId="{3FD7268D-02AA-47EB-96C6-B9D1AC240043}" destId="{957E9F53-DE81-420B-9B81-66D5DC11A4F3}" srcOrd="0" destOrd="0" presId="urn:microsoft.com/office/officeart/2016/7/layout/VerticalSolidActionList"/>
    <dgm:cxn modelId="{EA65DB34-0CCC-403F-9712-9721AB439BCF}" type="presOf" srcId="{F77CBCB7-6459-40BC-BDA7-3ABA838A2E79}" destId="{6821FF74-26F2-408A-B5DD-2F1BF5342DF2}" srcOrd="0" destOrd="0" presId="urn:microsoft.com/office/officeart/2016/7/layout/VerticalSolidActionList"/>
    <dgm:cxn modelId="{32A42435-E1BC-48AF-AB88-E2525EAC9117}" type="presOf" srcId="{680A0AE9-0A1E-4AFC-8766-A0D4AF33EAD9}" destId="{F1CFA9D2-5449-4BBE-A723-872A10E6FBA7}" srcOrd="0" destOrd="0" presId="urn:microsoft.com/office/officeart/2016/7/layout/VerticalSolidActionList"/>
    <dgm:cxn modelId="{FF7B9B61-6DF2-4C04-A81A-297C9BEFE2D0}" srcId="{A1899768-AF4C-4CD4-990D-F8E3BC7A9F3E}" destId="{524B6A9A-1947-42F9-BF0E-E032D378CA32}" srcOrd="1" destOrd="0" parTransId="{52B01805-4D1D-40BC-ACA9-236C69A9350D}" sibTransId="{405C703C-9760-4AC7-BF67-0C155DC9CC75}"/>
    <dgm:cxn modelId="{B7AAA142-0BD9-459E-9D4F-7F4119B66F30}" type="presOf" srcId="{5EE2583D-231C-4823-91D0-C8EDA1F41ACA}" destId="{3F86D20E-9CD9-4365-BA3E-6DD812FA7DC7}" srcOrd="0" destOrd="0" presId="urn:microsoft.com/office/officeart/2016/7/layout/VerticalSolidActionList"/>
    <dgm:cxn modelId="{6769E846-AD49-4AFE-BAC1-8C8E317E19CE}" srcId="{3FD7268D-02AA-47EB-96C6-B9D1AC240043}" destId="{680A0AE9-0A1E-4AFC-8766-A0D4AF33EAD9}" srcOrd="0" destOrd="0" parTransId="{B422D284-0E3D-4FF2-A800-99E632FBF19E}" sibTransId="{50F95A85-D5ED-4CFB-AB63-9DE11400C799}"/>
    <dgm:cxn modelId="{E5566B73-D03B-4BB3-8714-F0A0134A04B0}" srcId="{5EE2583D-231C-4823-91D0-C8EDA1F41ACA}" destId="{CE7757BB-B690-4C6E-B942-C9C4C040DD8D}" srcOrd="0" destOrd="0" parTransId="{15705561-8764-4B14-AEE8-6FDAB10602CA}" sibTransId="{4454232E-4FBF-426E-BD36-02F443A5845A}"/>
    <dgm:cxn modelId="{1383057B-85BF-445B-9225-F0EFCEB5667F}" srcId="{5EE2583D-231C-4823-91D0-C8EDA1F41ACA}" destId="{A1899768-AF4C-4CD4-990D-F8E3BC7A9F3E}" srcOrd="1" destOrd="0" parTransId="{8419CD42-953D-48F2-B8B0-7D0966B527A0}" sibTransId="{A593DC5D-C615-4F0E-BC4C-69BE4A609C48}"/>
    <dgm:cxn modelId="{15208787-EDA5-4EB1-B726-E58EEC3147BE}" srcId="{A1899768-AF4C-4CD4-990D-F8E3BC7A9F3E}" destId="{E8AE934A-933A-4B22-AC48-8238A2E46651}" srcOrd="0" destOrd="0" parTransId="{C13919A7-D7DE-416B-9B94-7F99190D61D6}" sibTransId="{D29BFAD3-7D03-4474-90B6-C817BE9A22A2}"/>
    <dgm:cxn modelId="{87A619A4-F41A-4BF2-8C8F-3B5E69EA1608}" srcId="{5EE2583D-231C-4823-91D0-C8EDA1F41ACA}" destId="{3FD7268D-02AA-47EB-96C6-B9D1AC240043}" srcOrd="2" destOrd="0" parTransId="{A83645B1-59AD-460F-BE86-F3C542BE2805}" sibTransId="{6AC8B99B-79F0-4E7D-87BD-922DA7D9C9B0}"/>
    <dgm:cxn modelId="{DBA78AAD-D8EE-449C-AE29-248F275CF727}" type="presOf" srcId="{524B6A9A-1947-42F9-BF0E-E032D378CA32}" destId="{213E5202-CEDA-45B5-8CC6-407FC850CA47}" srcOrd="0" destOrd="1" presId="urn:microsoft.com/office/officeart/2016/7/layout/VerticalSolidActionList"/>
    <dgm:cxn modelId="{CE8842B7-8D01-4106-924A-B849FC34FB25}" type="presOf" srcId="{30843377-0B81-4E9B-9F5D-82EE0E94ED99}" destId="{E092A16F-4805-408C-B790-CACD20184ADA}" srcOrd="0" destOrd="0" presId="urn:microsoft.com/office/officeart/2016/7/layout/VerticalSolidActionList"/>
    <dgm:cxn modelId="{6DE33AC1-E699-4A51-BA85-C827A17A5AD3}" type="presOf" srcId="{A1899768-AF4C-4CD4-990D-F8E3BC7A9F3E}" destId="{3B823EB3-E418-4194-A8F7-76C6D35E1283}" srcOrd="0" destOrd="0" presId="urn:microsoft.com/office/officeart/2016/7/layout/VerticalSolidActionList"/>
    <dgm:cxn modelId="{B5FC5FC8-BD0B-4075-8632-21D268A2EFB6}" srcId="{30843377-0B81-4E9B-9F5D-82EE0E94ED99}" destId="{6F56030A-2B3D-4560-804B-C125D78D08B9}" srcOrd="0" destOrd="0" parTransId="{2AFB51C1-9785-4B97-980E-EEAAC4869F17}" sibTransId="{29151202-868D-4C1B-9CA2-3F15061F05A0}"/>
    <dgm:cxn modelId="{A12CC1D2-9C76-4C9F-8B9E-ED48CAE47C8E}" srcId="{CE7757BB-B690-4C6E-B942-C9C4C040DD8D}" destId="{50919971-F6B0-4EBC-B339-A61ED88962E6}" srcOrd="1" destOrd="0" parTransId="{BAD49121-198D-4F80-A948-A3666228C84A}" sibTransId="{42CF2CF1-9E25-48C7-A321-F40D10044647}"/>
    <dgm:cxn modelId="{A16ACADC-9827-445E-B879-0CF4B21CB0FA}" type="presOf" srcId="{CE7757BB-B690-4C6E-B942-C9C4C040DD8D}" destId="{E0E2B3F5-CF4C-4B36-AAAC-116C48D131BA}" srcOrd="0" destOrd="0" presId="urn:microsoft.com/office/officeart/2016/7/layout/VerticalSolidActionList"/>
    <dgm:cxn modelId="{F2810FE0-3D6F-4F71-9532-05B244E26AB7}" type="presOf" srcId="{A9D64A9E-4CA8-4B95-AAE8-0ABD54E6A7BD}" destId="{CEFBE3B0-C37D-420C-8369-25A38389907F}" srcOrd="0" destOrd="1" presId="urn:microsoft.com/office/officeart/2016/7/layout/VerticalSolidActionList"/>
    <dgm:cxn modelId="{06DDBEFE-F45F-456D-94AF-345DD8D18AB5}" type="presOf" srcId="{50919971-F6B0-4EBC-B339-A61ED88962E6}" destId="{6821FF74-26F2-408A-B5DD-2F1BF5342DF2}" srcOrd="0" destOrd="1" presId="urn:microsoft.com/office/officeart/2016/7/layout/VerticalSolidActionList"/>
    <dgm:cxn modelId="{67D1C25B-A1B9-4AA1-AC32-DF51889E6D8F}" type="presParOf" srcId="{3F86D20E-9CD9-4365-BA3E-6DD812FA7DC7}" destId="{C95FB75E-7566-48AC-BF8B-1D66D3D216A3}" srcOrd="0" destOrd="0" presId="urn:microsoft.com/office/officeart/2016/7/layout/VerticalSolidActionList"/>
    <dgm:cxn modelId="{B0881B78-2C3C-4070-94B9-80110AC422BB}" type="presParOf" srcId="{C95FB75E-7566-48AC-BF8B-1D66D3D216A3}" destId="{E0E2B3F5-CF4C-4B36-AAAC-116C48D131BA}" srcOrd="0" destOrd="0" presId="urn:microsoft.com/office/officeart/2016/7/layout/VerticalSolidActionList"/>
    <dgm:cxn modelId="{EC4C2C55-E6FA-4F71-875C-DCB3480CFB7C}" type="presParOf" srcId="{C95FB75E-7566-48AC-BF8B-1D66D3D216A3}" destId="{6821FF74-26F2-408A-B5DD-2F1BF5342DF2}" srcOrd="1" destOrd="0" presId="urn:microsoft.com/office/officeart/2016/7/layout/VerticalSolidActionList"/>
    <dgm:cxn modelId="{8C4805C4-0250-44AD-BE96-C530B1E001EA}" type="presParOf" srcId="{3F86D20E-9CD9-4365-BA3E-6DD812FA7DC7}" destId="{E5E2EF86-1005-4882-8E23-10A1B4D6CC92}" srcOrd="1" destOrd="0" presId="urn:microsoft.com/office/officeart/2016/7/layout/VerticalSolidActionList"/>
    <dgm:cxn modelId="{29A40DC0-31AA-4409-BC1B-8D5A406231EF}" type="presParOf" srcId="{3F86D20E-9CD9-4365-BA3E-6DD812FA7DC7}" destId="{FD0087F0-284F-42C1-9163-624CC4B123EF}" srcOrd="2" destOrd="0" presId="urn:microsoft.com/office/officeart/2016/7/layout/VerticalSolidActionList"/>
    <dgm:cxn modelId="{283083AD-AF2B-473C-A58C-E62B6E913F33}" type="presParOf" srcId="{FD0087F0-284F-42C1-9163-624CC4B123EF}" destId="{3B823EB3-E418-4194-A8F7-76C6D35E1283}" srcOrd="0" destOrd="0" presId="urn:microsoft.com/office/officeart/2016/7/layout/VerticalSolidActionList"/>
    <dgm:cxn modelId="{CBC542C2-0FA8-4CDC-A784-059730E7F7B9}" type="presParOf" srcId="{FD0087F0-284F-42C1-9163-624CC4B123EF}" destId="{213E5202-CEDA-45B5-8CC6-407FC850CA47}" srcOrd="1" destOrd="0" presId="urn:microsoft.com/office/officeart/2016/7/layout/VerticalSolidActionList"/>
    <dgm:cxn modelId="{CBF5D260-C631-4E04-B065-D719210C2537}" type="presParOf" srcId="{3F86D20E-9CD9-4365-BA3E-6DD812FA7DC7}" destId="{59B78EF5-9034-40CC-8A8B-AEEE3900B680}" srcOrd="3" destOrd="0" presId="urn:microsoft.com/office/officeart/2016/7/layout/VerticalSolidActionList"/>
    <dgm:cxn modelId="{EF126D67-12E8-446E-9556-DF0FAC5D9CA8}" type="presParOf" srcId="{3F86D20E-9CD9-4365-BA3E-6DD812FA7DC7}" destId="{F32E4D7B-726D-4B6A-85CF-6128644986AF}" srcOrd="4" destOrd="0" presId="urn:microsoft.com/office/officeart/2016/7/layout/VerticalSolidActionList"/>
    <dgm:cxn modelId="{3B0D9722-757B-4A66-83E8-04C6D4C69670}" type="presParOf" srcId="{F32E4D7B-726D-4B6A-85CF-6128644986AF}" destId="{957E9F53-DE81-420B-9B81-66D5DC11A4F3}" srcOrd="0" destOrd="0" presId="urn:microsoft.com/office/officeart/2016/7/layout/VerticalSolidActionList"/>
    <dgm:cxn modelId="{2EFDD29E-0CE5-43DA-BF2E-D47ED7AB80BF}" type="presParOf" srcId="{F32E4D7B-726D-4B6A-85CF-6128644986AF}" destId="{F1CFA9D2-5449-4BBE-A723-872A10E6FBA7}" srcOrd="1" destOrd="0" presId="urn:microsoft.com/office/officeart/2016/7/layout/VerticalSolidActionList"/>
    <dgm:cxn modelId="{1916830B-0BA1-4F4E-ABE1-266379304B52}" type="presParOf" srcId="{3F86D20E-9CD9-4365-BA3E-6DD812FA7DC7}" destId="{6CACD6CC-C387-421D-AB88-08493BD8BA79}" srcOrd="5" destOrd="0" presId="urn:microsoft.com/office/officeart/2016/7/layout/VerticalSolidActionList"/>
    <dgm:cxn modelId="{9D132DEE-7B02-4A07-9DFA-5E59129CABA7}" type="presParOf" srcId="{3F86D20E-9CD9-4365-BA3E-6DD812FA7DC7}" destId="{3DA7BFD3-644F-4527-A4E3-75560DCC7AFC}" srcOrd="6" destOrd="0" presId="urn:microsoft.com/office/officeart/2016/7/layout/VerticalSolidActionList"/>
    <dgm:cxn modelId="{E9195803-48E8-435A-9FEC-916F848B245C}" type="presParOf" srcId="{3DA7BFD3-644F-4527-A4E3-75560DCC7AFC}" destId="{E092A16F-4805-408C-B790-CACD20184ADA}" srcOrd="0" destOrd="0" presId="urn:microsoft.com/office/officeart/2016/7/layout/VerticalSolidActionList"/>
    <dgm:cxn modelId="{AE419DDE-D5D9-4AA9-8D7E-D9D533C5761F}" type="presParOf" srcId="{3DA7BFD3-644F-4527-A4E3-75560DCC7AFC}" destId="{CEFBE3B0-C37D-420C-8369-25A38389907F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DF0554-7BAC-430E-8DDE-B551DD87EB7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8C2D51-CBD1-4EA7-B38B-F33FC52AD0BE}">
      <dgm:prSet/>
      <dgm:spPr/>
      <dgm:t>
        <a:bodyPr/>
        <a:lstStyle/>
        <a:p>
          <a:pPr>
            <a:defRPr cap="all"/>
          </a:pPr>
          <a:r>
            <a:rPr lang="en-US" b="0" i="0" baseline="0"/>
            <a:t>Smart Attendance (calendar tracking)</a:t>
          </a:r>
          <a:endParaRPr lang="en-US"/>
        </a:p>
      </dgm:t>
    </dgm:pt>
    <dgm:pt modelId="{C73316FB-4AF8-4FD6-A563-BC3CE35C21A7}" type="parTrans" cxnId="{D80F90DF-4BB4-4E9C-99B5-6538B831E28E}">
      <dgm:prSet/>
      <dgm:spPr/>
      <dgm:t>
        <a:bodyPr/>
        <a:lstStyle/>
        <a:p>
          <a:endParaRPr lang="en-US"/>
        </a:p>
      </dgm:t>
    </dgm:pt>
    <dgm:pt modelId="{8C412788-B3BD-47ED-9D26-0922592B531E}" type="sibTrans" cxnId="{D80F90DF-4BB4-4E9C-99B5-6538B831E28E}">
      <dgm:prSet/>
      <dgm:spPr/>
      <dgm:t>
        <a:bodyPr/>
        <a:lstStyle/>
        <a:p>
          <a:endParaRPr lang="en-US"/>
        </a:p>
      </dgm:t>
    </dgm:pt>
    <dgm:pt modelId="{709DA602-BD12-4DC9-9C3F-E11BEC9DD8EA}">
      <dgm:prSet/>
      <dgm:spPr/>
      <dgm:t>
        <a:bodyPr/>
        <a:lstStyle/>
        <a:p>
          <a:pPr>
            <a:defRPr cap="all"/>
          </a:pPr>
          <a:r>
            <a:rPr lang="en-US" b="0" i="0" baseline="0"/>
            <a:t>Automated Payroll Engine</a:t>
          </a:r>
          <a:endParaRPr lang="en-US"/>
        </a:p>
      </dgm:t>
    </dgm:pt>
    <dgm:pt modelId="{380FABBD-A0D7-4344-AA67-AEB6463733DD}" type="parTrans" cxnId="{F02BC8D8-E280-4665-B3C7-6C82BD60F4FE}">
      <dgm:prSet/>
      <dgm:spPr/>
      <dgm:t>
        <a:bodyPr/>
        <a:lstStyle/>
        <a:p>
          <a:endParaRPr lang="en-US"/>
        </a:p>
      </dgm:t>
    </dgm:pt>
    <dgm:pt modelId="{416D6ACB-E9D2-4E07-AF2B-60F04ADA816D}" type="sibTrans" cxnId="{F02BC8D8-E280-4665-B3C7-6C82BD60F4FE}">
      <dgm:prSet/>
      <dgm:spPr/>
      <dgm:t>
        <a:bodyPr/>
        <a:lstStyle/>
        <a:p>
          <a:endParaRPr lang="en-US"/>
        </a:p>
      </dgm:t>
    </dgm:pt>
    <dgm:pt modelId="{B56013E5-B612-46BB-84A9-DAA3018F5408}">
      <dgm:prSet/>
      <dgm:spPr/>
      <dgm:t>
        <a:bodyPr/>
        <a:lstStyle/>
        <a:p>
          <a:pPr>
            <a:defRPr cap="all"/>
          </a:pPr>
          <a:r>
            <a:rPr lang="en-US" b="0" i="0" baseline="0"/>
            <a:t>Internal Messaging System</a:t>
          </a:r>
          <a:endParaRPr lang="en-US"/>
        </a:p>
      </dgm:t>
    </dgm:pt>
    <dgm:pt modelId="{325A396F-0B33-476F-B29E-903B1DD367F5}" type="parTrans" cxnId="{BDE9BFCB-C860-4EBE-B702-892C866B4292}">
      <dgm:prSet/>
      <dgm:spPr/>
      <dgm:t>
        <a:bodyPr/>
        <a:lstStyle/>
        <a:p>
          <a:endParaRPr lang="en-US"/>
        </a:p>
      </dgm:t>
    </dgm:pt>
    <dgm:pt modelId="{E2AA0168-07EC-4F76-9FD6-240A045207A8}" type="sibTrans" cxnId="{BDE9BFCB-C860-4EBE-B702-892C866B4292}">
      <dgm:prSet/>
      <dgm:spPr/>
      <dgm:t>
        <a:bodyPr/>
        <a:lstStyle/>
        <a:p>
          <a:endParaRPr lang="en-US"/>
        </a:p>
      </dgm:t>
    </dgm:pt>
    <dgm:pt modelId="{B8CF4DDF-F2EA-4D17-B807-0D1D534C094F}">
      <dgm:prSet/>
      <dgm:spPr/>
      <dgm:t>
        <a:bodyPr/>
        <a:lstStyle/>
        <a:p>
          <a:pPr>
            <a:defRPr cap="all"/>
          </a:pPr>
          <a:r>
            <a:rPr lang="en-US" b="0" i="0" baseline="0"/>
            <a:t>AI Chatbot (engagement)</a:t>
          </a:r>
          <a:endParaRPr lang="en-US"/>
        </a:p>
      </dgm:t>
    </dgm:pt>
    <dgm:pt modelId="{07E93170-AA3D-401D-9B08-9F651C301A77}" type="parTrans" cxnId="{33FE18F8-F0E2-4594-A9CA-D3155A96C90F}">
      <dgm:prSet/>
      <dgm:spPr/>
      <dgm:t>
        <a:bodyPr/>
        <a:lstStyle/>
        <a:p>
          <a:endParaRPr lang="en-US"/>
        </a:p>
      </dgm:t>
    </dgm:pt>
    <dgm:pt modelId="{650A50F9-211E-45B8-AAEC-22D900814D21}" type="sibTrans" cxnId="{33FE18F8-F0E2-4594-A9CA-D3155A96C90F}">
      <dgm:prSet/>
      <dgm:spPr/>
      <dgm:t>
        <a:bodyPr/>
        <a:lstStyle/>
        <a:p>
          <a:endParaRPr lang="en-US"/>
        </a:p>
      </dgm:t>
    </dgm:pt>
    <dgm:pt modelId="{162137DE-14FA-46AF-AC41-C693ED123105}">
      <dgm:prSet/>
      <dgm:spPr/>
      <dgm:t>
        <a:bodyPr/>
        <a:lstStyle/>
        <a:p>
          <a:pPr>
            <a:defRPr cap="all"/>
          </a:pPr>
          <a:r>
            <a:rPr lang="en-US" b="0" i="0" baseline="0"/>
            <a:t>IT Support Ticketing</a:t>
          </a:r>
          <a:endParaRPr lang="en-US"/>
        </a:p>
      </dgm:t>
    </dgm:pt>
    <dgm:pt modelId="{1A82E989-D149-49A8-AA0E-D2415E61F771}" type="parTrans" cxnId="{86C576A4-C5B8-415F-89FF-4D20209045D6}">
      <dgm:prSet/>
      <dgm:spPr/>
      <dgm:t>
        <a:bodyPr/>
        <a:lstStyle/>
        <a:p>
          <a:endParaRPr lang="en-US"/>
        </a:p>
      </dgm:t>
    </dgm:pt>
    <dgm:pt modelId="{F522714F-0C2A-44DB-BBAD-D223EF22433C}" type="sibTrans" cxnId="{86C576A4-C5B8-415F-89FF-4D20209045D6}">
      <dgm:prSet/>
      <dgm:spPr/>
      <dgm:t>
        <a:bodyPr/>
        <a:lstStyle/>
        <a:p>
          <a:endParaRPr lang="en-US"/>
        </a:p>
      </dgm:t>
    </dgm:pt>
    <dgm:pt modelId="{55948CD3-B656-440A-BFE6-905E1B7A31F6}" type="pres">
      <dgm:prSet presAssocID="{58DF0554-7BAC-430E-8DDE-B551DD87EB70}" presName="root" presStyleCnt="0">
        <dgm:presLayoutVars>
          <dgm:dir/>
          <dgm:resizeHandles val="exact"/>
        </dgm:presLayoutVars>
      </dgm:prSet>
      <dgm:spPr/>
    </dgm:pt>
    <dgm:pt modelId="{CE86DD68-D791-464D-ACF9-A4090C753F62}" type="pres">
      <dgm:prSet presAssocID="{6D8C2D51-CBD1-4EA7-B38B-F33FC52AD0BE}" presName="compNode" presStyleCnt="0"/>
      <dgm:spPr/>
    </dgm:pt>
    <dgm:pt modelId="{250DB09B-1D97-450C-ADE6-C08DE32CBD00}" type="pres">
      <dgm:prSet presAssocID="{6D8C2D51-CBD1-4EA7-B38B-F33FC52AD0BE}" presName="iconBgRect" presStyleLbl="bgShp" presStyleIdx="0" presStyleCnt="5"/>
      <dgm:spPr/>
    </dgm:pt>
    <dgm:pt modelId="{580628DF-DCE9-45B9-99D6-586B8EA11173}" type="pres">
      <dgm:prSet presAssocID="{6D8C2D51-CBD1-4EA7-B38B-F33FC52AD0B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91A2C27-FD9D-4838-8386-190C87F3EBAE}" type="pres">
      <dgm:prSet presAssocID="{6D8C2D51-CBD1-4EA7-B38B-F33FC52AD0BE}" presName="spaceRect" presStyleCnt="0"/>
      <dgm:spPr/>
    </dgm:pt>
    <dgm:pt modelId="{800155A2-6B49-46E9-8B89-D22478BAFEDE}" type="pres">
      <dgm:prSet presAssocID="{6D8C2D51-CBD1-4EA7-B38B-F33FC52AD0BE}" presName="textRect" presStyleLbl="revTx" presStyleIdx="0" presStyleCnt="5">
        <dgm:presLayoutVars>
          <dgm:chMax val="1"/>
          <dgm:chPref val="1"/>
        </dgm:presLayoutVars>
      </dgm:prSet>
      <dgm:spPr/>
    </dgm:pt>
    <dgm:pt modelId="{37D039DE-F399-43A9-8572-46AA108F9112}" type="pres">
      <dgm:prSet presAssocID="{8C412788-B3BD-47ED-9D26-0922592B531E}" presName="sibTrans" presStyleCnt="0"/>
      <dgm:spPr/>
    </dgm:pt>
    <dgm:pt modelId="{2B1AF58C-69A0-4651-A924-46421BB733AF}" type="pres">
      <dgm:prSet presAssocID="{709DA602-BD12-4DC9-9C3F-E11BEC9DD8EA}" presName="compNode" presStyleCnt="0"/>
      <dgm:spPr/>
    </dgm:pt>
    <dgm:pt modelId="{82D51891-5E6A-43A4-8012-FC9B1E36D547}" type="pres">
      <dgm:prSet presAssocID="{709DA602-BD12-4DC9-9C3F-E11BEC9DD8EA}" presName="iconBgRect" presStyleLbl="bgShp" presStyleIdx="1" presStyleCnt="5"/>
      <dgm:spPr/>
    </dgm:pt>
    <dgm:pt modelId="{DEA76598-1F15-47FA-B6FF-9D4A3B42C1AB}" type="pres">
      <dgm:prSet presAssocID="{709DA602-BD12-4DC9-9C3F-E11BEC9DD8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CACB78C-B218-491B-B4FD-C7CDB955B34A}" type="pres">
      <dgm:prSet presAssocID="{709DA602-BD12-4DC9-9C3F-E11BEC9DD8EA}" presName="spaceRect" presStyleCnt="0"/>
      <dgm:spPr/>
    </dgm:pt>
    <dgm:pt modelId="{2565EFE2-2D41-44AA-BEDF-91DABA349CEA}" type="pres">
      <dgm:prSet presAssocID="{709DA602-BD12-4DC9-9C3F-E11BEC9DD8EA}" presName="textRect" presStyleLbl="revTx" presStyleIdx="1" presStyleCnt="5">
        <dgm:presLayoutVars>
          <dgm:chMax val="1"/>
          <dgm:chPref val="1"/>
        </dgm:presLayoutVars>
      </dgm:prSet>
      <dgm:spPr/>
    </dgm:pt>
    <dgm:pt modelId="{01F74E7D-F8BC-4720-BF70-2C415B6D9D44}" type="pres">
      <dgm:prSet presAssocID="{416D6ACB-E9D2-4E07-AF2B-60F04ADA816D}" presName="sibTrans" presStyleCnt="0"/>
      <dgm:spPr/>
    </dgm:pt>
    <dgm:pt modelId="{31A369C9-B14B-4CAC-B298-34536BE3FFBD}" type="pres">
      <dgm:prSet presAssocID="{B56013E5-B612-46BB-84A9-DAA3018F5408}" presName="compNode" presStyleCnt="0"/>
      <dgm:spPr/>
    </dgm:pt>
    <dgm:pt modelId="{AE48B2EA-A9D3-496B-90E2-AFAB57DBEA86}" type="pres">
      <dgm:prSet presAssocID="{B56013E5-B612-46BB-84A9-DAA3018F5408}" presName="iconBgRect" presStyleLbl="bgShp" presStyleIdx="2" presStyleCnt="5"/>
      <dgm:spPr/>
    </dgm:pt>
    <dgm:pt modelId="{53C7D204-0CE1-40A2-89A5-F123134EE0C1}" type="pres">
      <dgm:prSet presAssocID="{B56013E5-B612-46BB-84A9-DAA3018F54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4CC5930-AE22-4F72-9F73-30F8479E17DA}" type="pres">
      <dgm:prSet presAssocID="{B56013E5-B612-46BB-84A9-DAA3018F5408}" presName="spaceRect" presStyleCnt="0"/>
      <dgm:spPr/>
    </dgm:pt>
    <dgm:pt modelId="{D0E5D07A-9A0E-4227-988B-3849B5237332}" type="pres">
      <dgm:prSet presAssocID="{B56013E5-B612-46BB-84A9-DAA3018F5408}" presName="textRect" presStyleLbl="revTx" presStyleIdx="2" presStyleCnt="5">
        <dgm:presLayoutVars>
          <dgm:chMax val="1"/>
          <dgm:chPref val="1"/>
        </dgm:presLayoutVars>
      </dgm:prSet>
      <dgm:spPr/>
    </dgm:pt>
    <dgm:pt modelId="{42E6F99A-5D26-4BEE-80EE-7A31705A78E0}" type="pres">
      <dgm:prSet presAssocID="{E2AA0168-07EC-4F76-9FD6-240A045207A8}" presName="sibTrans" presStyleCnt="0"/>
      <dgm:spPr/>
    </dgm:pt>
    <dgm:pt modelId="{1D84C57B-41F5-4638-834A-6CAD84792ABD}" type="pres">
      <dgm:prSet presAssocID="{B8CF4DDF-F2EA-4D17-B807-0D1D534C094F}" presName="compNode" presStyleCnt="0"/>
      <dgm:spPr/>
    </dgm:pt>
    <dgm:pt modelId="{C0B8BE73-574A-40FD-87B9-E393324F72E1}" type="pres">
      <dgm:prSet presAssocID="{B8CF4DDF-F2EA-4D17-B807-0D1D534C094F}" presName="iconBgRect" presStyleLbl="bgShp" presStyleIdx="3" presStyleCnt="5"/>
      <dgm:spPr/>
    </dgm:pt>
    <dgm:pt modelId="{D6B147B9-DB3A-422A-ACDA-0D6909D5B023}" type="pres">
      <dgm:prSet presAssocID="{B8CF4DDF-F2EA-4D17-B807-0D1D534C094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9C2A2BE-C03C-4B9D-8DB9-FCDDFB3523BE}" type="pres">
      <dgm:prSet presAssocID="{B8CF4DDF-F2EA-4D17-B807-0D1D534C094F}" presName="spaceRect" presStyleCnt="0"/>
      <dgm:spPr/>
    </dgm:pt>
    <dgm:pt modelId="{810EC7B0-C513-4E3F-9FE5-F82B66997745}" type="pres">
      <dgm:prSet presAssocID="{B8CF4DDF-F2EA-4D17-B807-0D1D534C094F}" presName="textRect" presStyleLbl="revTx" presStyleIdx="3" presStyleCnt="5">
        <dgm:presLayoutVars>
          <dgm:chMax val="1"/>
          <dgm:chPref val="1"/>
        </dgm:presLayoutVars>
      </dgm:prSet>
      <dgm:spPr/>
    </dgm:pt>
    <dgm:pt modelId="{464084C7-DBA9-484C-9C20-37BB1A983517}" type="pres">
      <dgm:prSet presAssocID="{650A50F9-211E-45B8-AAEC-22D900814D21}" presName="sibTrans" presStyleCnt="0"/>
      <dgm:spPr/>
    </dgm:pt>
    <dgm:pt modelId="{7119E1B6-8282-49BC-9B54-0D5AA406CB89}" type="pres">
      <dgm:prSet presAssocID="{162137DE-14FA-46AF-AC41-C693ED123105}" presName="compNode" presStyleCnt="0"/>
      <dgm:spPr/>
    </dgm:pt>
    <dgm:pt modelId="{05DA91B1-329C-4B5A-B71E-E80E6058F485}" type="pres">
      <dgm:prSet presAssocID="{162137DE-14FA-46AF-AC41-C693ED123105}" presName="iconBgRect" presStyleLbl="bgShp" presStyleIdx="4" presStyleCnt="5"/>
      <dgm:spPr/>
    </dgm:pt>
    <dgm:pt modelId="{C31838F0-E258-4D1E-89AC-24BBB1348EEA}" type="pres">
      <dgm:prSet presAssocID="{162137DE-14FA-46AF-AC41-C693ED1231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B18F434-EC3B-478A-A536-AB7D9F9292E1}" type="pres">
      <dgm:prSet presAssocID="{162137DE-14FA-46AF-AC41-C693ED123105}" presName="spaceRect" presStyleCnt="0"/>
      <dgm:spPr/>
    </dgm:pt>
    <dgm:pt modelId="{E8BB9448-FA68-4D6F-A6B3-8DB2CA298AEF}" type="pres">
      <dgm:prSet presAssocID="{162137DE-14FA-46AF-AC41-C693ED12310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4E6BE0E-EA5A-4337-ABF7-6148460DEEB2}" type="presOf" srcId="{709DA602-BD12-4DC9-9C3F-E11BEC9DD8EA}" destId="{2565EFE2-2D41-44AA-BEDF-91DABA349CEA}" srcOrd="0" destOrd="0" presId="urn:microsoft.com/office/officeart/2018/5/layout/IconCircleLabelList"/>
    <dgm:cxn modelId="{3BCD5C2B-1641-4BA4-8022-8BD1CADB4D47}" type="presOf" srcId="{B56013E5-B612-46BB-84A9-DAA3018F5408}" destId="{D0E5D07A-9A0E-4227-988B-3849B5237332}" srcOrd="0" destOrd="0" presId="urn:microsoft.com/office/officeart/2018/5/layout/IconCircleLabelList"/>
    <dgm:cxn modelId="{50530335-4D46-4035-B9A8-B24ADDAAE620}" type="presOf" srcId="{162137DE-14FA-46AF-AC41-C693ED123105}" destId="{E8BB9448-FA68-4D6F-A6B3-8DB2CA298AEF}" srcOrd="0" destOrd="0" presId="urn:microsoft.com/office/officeart/2018/5/layout/IconCircleLabelList"/>
    <dgm:cxn modelId="{A4106670-03A6-4F4A-95F9-68F71A1532BB}" type="presOf" srcId="{6D8C2D51-CBD1-4EA7-B38B-F33FC52AD0BE}" destId="{800155A2-6B49-46E9-8B89-D22478BAFEDE}" srcOrd="0" destOrd="0" presId="urn:microsoft.com/office/officeart/2018/5/layout/IconCircleLabelList"/>
    <dgm:cxn modelId="{1BC0BA7C-4F19-4123-815B-4B9C7EECDF25}" type="presOf" srcId="{58DF0554-7BAC-430E-8DDE-B551DD87EB70}" destId="{55948CD3-B656-440A-BFE6-905E1B7A31F6}" srcOrd="0" destOrd="0" presId="urn:microsoft.com/office/officeart/2018/5/layout/IconCircleLabelList"/>
    <dgm:cxn modelId="{86C576A4-C5B8-415F-89FF-4D20209045D6}" srcId="{58DF0554-7BAC-430E-8DDE-B551DD87EB70}" destId="{162137DE-14FA-46AF-AC41-C693ED123105}" srcOrd="4" destOrd="0" parTransId="{1A82E989-D149-49A8-AA0E-D2415E61F771}" sibTransId="{F522714F-0C2A-44DB-BBAD-D223EF22433C}"/>
    <dgm:cxn modelId="{BDE9BFCB-C860-4EBE-B702-892C866B4292}" srcId="{58DF0554-7BAC-430E-8DDE-B551DD87EB70}" destId="{B56013E5-B612-46BB-84A9-DAA3018F5408}" srcOrd="2" destOrd="0" parTransId="{325A396F-0B33-476F-B29E-903B1DD367F5}" sibTransId="{E2AA0168-07EC-4F76-9FD6-240A045207A8}"/>
    <dgm:cxn modelId="{F02BC8D8-E280-4665-B3C7-6C82BD60F4FE}" srcId="{58DF0554-7BAC-430E-8DDE-B551DD87EB70}" destId="{709DA602-BD12-4DC9-9C3F-E11BEC9DD8EA}" srcOrd="1" destOrd="0" parTransId="{380FABBD-A0D7-4344-AA67-AEB6463733DD}" sibTransId="{416D6ACB-E9D2-4E07-AF2B-60F04ADA816D}"/>
    <dgm:cxn modelId="{D80F90DF-4BB4-4E9C-99B5-6538B831E28E}" srcId="{58DF0554-7BAC-430E-8DDE-B551DD87EB70}" destId="{6D8C2D51-CBD1-4EA7-B38B-F33FC52AD0BE}" srcOrd="0" destOrd="0" parTransId="{C73316FB-4AF8-4FD6-A563-BC3CE35C21A7}" sibTransId="{8C412788-B3BD-47ED-9D26-0922592B531E}"/>
    <dgm:cxn modelId="{833A62E4-70BB-4339-B46C-30C398BD85C6}" type="presOf" srcId="{B8CF4DDF-F2EA-4D17-B807-0D1D534C094F}" destId="{810EC7B0-C513-4E3F-9FE5-F82B66997745}" srcOrd="0" destOrd="0" presId="urn:microsoft.com/office/officeart/2018/5/layout/IconCircleLabelList"/>
    <dgm:cxn modelId="{33FE18F8-F0E2-4594-A9CA-D3155A96C90F}" srcId="{58DF0554-7BAC-430E-8DDE-B551DD87EB70}" destId="{B8CF4DDF-F2EA-4D17-B807-0D1D534C094F}" srcOrd="3" destOrd="0" parTransId="{07E93170-AA3D-401D-9B08-9F651C301A77}" sibTransId="{650A50F9-211E-45B8-AAEC-22D900814D21}"/>
    <dgm:cxn modelId="{60276378-853F-4CE0-AABC-F407EA64595C}" type="presParOf" srcId="{55948CD3-B656-440A-BFE6-905E1B7A31F6}" destId="{CE86DD68-D791-464D-ACF9-A4090C753F62}" srcOrd="0" destOrd="0" presId="urn:microsoft.com/office/officeart/2018/5/layout/IconCircleLabelList"/>
    <dgm:cxn modelId="{43FA119F-DC9B-4BA4-ADE1-F60A0523AB23}" type="presParOf" srcId="{CE86DD68-D791-464D-ACF9-A4090C753F62}" destId="{250DB09B-1D97-450C-ADE6-C08DE32CBD00}" srcOrd="0" destOrd="0" presId="urn:microsoft.com/office/officeart/2018/5/layout/IconCircleLabelList"/>
    <dgm:cxn modelId="{933F0B16-98A3-489A-B504-C4B0936FC3A0}" type="presParOf" srcId="{CE86DD68-D791-464D-ACF9-A4090C753F62}" destId="{580628DF-DCE9-45B9-99D6-586B8EA11173}" srcOrd="1" destOrd="0" presId="urn:microsoft.com/office/officeart/2018/5/layout/IconCircleLabelList"/>
    <dgm:cxn modelId="{B8D764B5-FD92-4596-ACE8-BFBE02E03707}" type="presParOf" srcId="{CE86DD68-D791-464D-ACF9-A4090C753F62}" destId="{F91A2C27-FD9D-4838-8386-190C87F3EBAE}" srcOrd="2" destOrd="0" presId="urn:microsoft.com/office/officeart/2018/5/layout/IconCircleLabelList"/>
    <dgm:cxn modelId="{E1ADB8D4-35FA-48A3-A7C1-94DB992D9E07}" type="presParOf" srcId="{CE86DD68-D791-464D-ACF9-A4090C753F62}" destId="{800155A2-6B49-46E9-8B89-D22478BAFEDE}" srcOrd="3" destOrd="0" presId="urn:microsoft.com/office/officeart/2018/5/layout/IconCircleLabelList"/>
    <dgm:cxn modelId="{8A13987C-4A56-459C-9040-52E326DDFC78}" type="presParOf" srcId="{55948CD3-B656-440A-BFE6-905E1B7A31F6}" destId="{37D039DE-F399-43A9-8572-46AA108F9112}" srcOrd="1" destOrd="0" presId="urn:microsoft.com/office/officeart/2018/5/layout/IconCircleLabelList"/>
    <dgm:cxn modelId="{84B5D114-E448-4D42-A078-B0097F204449}" type="presParOf" srcId="{55948CD3-B656-440A-BFE6-905E1B7A31F6}" destId="{2B1AF58C-69A0-4651-A924-46421BB733AF}" srcOrd="2" destOrd="0" presId="urn:microsoft.com/office/officeart/2018/5/layout/IconCircleLabelList"/>
    <dgm:cxn modelId="{BFD2C1C1-B4B8-4E5A-8604-4896AC59C99B}" type="presParOf" srcId="{2B1AF58C-69A0-4651-A924-46421BB733AF}" destId="{82D51891-5E6A-43A4-8012-FC9B1E36D547}" srcOrd="0" destOrd="0" presId="urn:microsoft.com/office/officeart/2018/5/layout/IconCircleLabelList"/>
    <dgm:cxn modelId="{0DEA84EB-DC40-47A2-9503-2C9A77DDF80B}" type="presParOf" srcId="{2B1AF58C-69A0-4651-A924-46421BB733AF}" destId="{DEA76598-1F15-47FA-B6FF-9D4A3B42C1AB}" srcOrd="1" destOrd="0" presId="urn:microsoft.com/office/officeart/2018/5/layout/IconCircleLabelList"/>
    <dgm:cxn modelId="{6E9F44EB-D2F5-4A38-844B-856F52F8208E}" type="presParOf" srcId="{2B1AF58C-69A0-4651-A924-46421BB733AF}" destId="{3CACB78C-B218-491B-B4FD-C7CDB955B34A}" srcOrd="2" destOrd="0" presId="urn:microsoft.com/office/officeart/2018/5/layout/IconCircleLabelList"/>
    <dgm:cxn modelId="{002BA9C0-0346-462D-9537-F18F6A535CB9}" type="presParOf" srcId="{2B1AF58C-69A0-4651-A924-46421BB733AF}" destId="{2565EFE2-2D41-44AA-BEDF-91DABA349CEA}" srcOrd="3" destOrd="0" presId="urn:microsoft.com/office/officeart/2018/5/layout/IconCircleLabelList"/>
    <dgm:cxn modelId="{FA683897-FB4F-4874-835C-3ACF7D7F3143}" type="presParOf" srcId="{55948CD3-B656-440A-BFE6-905E1B7A31F6}" destId="{01F74E7D-F8BC-4720-BF70-2C415B6D9D44}" srcOrd="3" destOrd="0" presId="urn:microsoft.com/office/officeart/2018/5/layout/IconCircleLabelList"/>
    <dgm:cxn modelId="{0C0BC8A7-2826-4EA9-9927-9DA463B33770}" type="presParOf" srcId="{55948CD3-B656-440A-BFE6-905E1B7A31F6}" destId="{31A369C9-B14B-4CAC-B298-34536BE3FFBD}" srcOrd="4" destOrd="0" presId="urn:microsoft.com/office/officeart/2018/5/layout/IconCircleLabelList"/>
    <dgm:cxn modelId="{B7EB272E-E2F1-47E4-9035-BD4C2093E5BA}" type="presParOf" srcId="{31A369C9-B14B-4CAC-B298-34536BE3FFBD}" destId="{AE48B2EA-A9D3-496B-90E2-AFAB57DBEA86}" srcOrd="0" destOrd="0" presId="urn:microsoft.com/office/officeart/2018/5/layout/IconCircleLabelList"/>
    <dgm:cxn modelId="{B9F3FC99-B016-433F-8590-9D3F0991603F}" type="presParOf" srcId="{31A369C9-B14B-4CAC-B298-34536BE3FFBD}" destId="{53C7D204-0CE1-40A2-89A5-F123134EE0C1}" srcOrd="1" destOrd="0" presId="urn:microsoft.com/office/officeart/2018/5/layout/IconCircleLabelList"/>
    <dgm:cxn modelId="{A7C8A70F-37CF-4903-A903-C224FA26926E}" type="presParOf" srcId="{31A369C9-B14B-4CAC-B298-34536BE3FFBD}" destId="{74CC5930-AE22-4F72-9F73-30F8479E17DA}" srcOrd="2" destOrd="0" presId="urn:microsoft.com/office/officeart/2018/5/layout/IconCircleLabelList"/>
    <dgm:cxn modelId="{EF3C61C5-F522-492D-ADA2-37BE59495CBC}" type="presParOf" srcId="{31A369C9-B14B-4CAC-B298-34536BE3FFBD}" destId="{D0E5D07A-9A0E-4227-988B-3849B5237332}" srcOrd="3" destOrd="0" presId="urn:microsoft.com/office/officeart/2018/5/layout/IconCircleLabelList"/>
    <dgm:cxn modelId="{10670018-72E7-4E55-8183-D2A0ED8CF05D}" type="presParOf" srcId="{55948CD3-B656-440A-BFE6-905E1B7A31F6}" destId="{42E6F99A-5D26-4BEE-80EE-7A31705A78E0}" srcOrd="5" destOrd="0" presId="urn:microsoft.com/office/officeart/2018/5/layout/IconCircleLabelList"/>
    <dgm:cxn modelId="{04A7B39B-52F2-4E7F-B806-DF079222D3DF}" type="presParOf" srcId="{55948CD3-B656-440A-BFE6-905E1B7A31F6}" destId="{1D84C57B-41F5-4638-834A-6CAD84792ABD}" srcOrd="6" destOrd="0" presId="urn:microsoft.com/office/officeart/2018/5/layout/IconCircleLabelList"/>
    <dgm:cxn modelId="{2A10156C-C52A-4289-8C50-48CD5ACB8F02}" type="presParOf" srcId="{1D84C57B-41F5-4638-834A-6CAD84792ABD}" destId="{C0B8BE73-574A-40FD-87B9-E393324F72E1}" srcOrd="0" destOrd="0" presId="urn:microsoft.com/office/officeart/2018/5/layout/IconCircleLabelList"/>
    <dgm:cxn modelId="{12057771-3351-4E40-AFEF-FF249250D818}" type="presParOf" srcId="{1D84C57B-41F5-4638-834A-6CAD84792ABD}" destId="{D6B147B9-DB3A-422A-ACDA-0D6909D5B023}" srcOrd="1" destOrd="0" presId="urn:microsoft.com/office/officeart/2018/5/layout/IconCircleLabelList"/>
    <dgm:cxn modelId="{64B1939E-7526-40FC-89E6-E6E51A7F73BA}" type="presParOf" srcId="{1D84C57B-41F5-4638-834A-6CAD84792ABD}" destId="{29C2A2BE-C03C-4B9D-8DB9-FCDDFB3523BE}" srcOrd="2" destOrd="0" presId="urn:microsoft.com/office/officeart/2018/5/layout/IconCircleLabelList"/>
    <dgm:cxn modelId="{9C636557-2721-4DC6-9F27-FE495FA53E81}" type="presParOf" srcId="{1D84C57B-41F5-4638-834A-6CAD84792ABD}" destId="{810EC7B0-C513-4E3F-9FE5-F82B66997745}" srcOrd="3" destOrd="0" presId="urn:microsoft.com/office/officeart/2018/5/layout/IconCircleLabelList"/>
    <dgm:cxn modelId="{2E51AA16-4F3F-40B1-881D-2247F5934603}" type="presParOf" srcId="{55948CD3-B656-440A-BFE6-905E1B7A31F6}" destId="{464084C7-DBA9-484C-9C20-37BB1A983517}" srcOrd="7" destOrd="0" presId="urn:microsoft.com/office/officeart/2018/5/layout/IconCircleLabelList"/>
    <dgm:cxn modelId="{FA205CCE-FAD6-47DE-9BF4-8561D667350A}" type="presParOf" srcId="{55948CD3-B656-440A-BFE6-905E1B7A31F6}" destId="{7119E1B6-8282-49BC-9B54-0D5AA406CB89}" srcOrd="8" destOrd="0" presId="urn:microsoft.com/office/officeart/2018/5/layout/IconCircleLabelList"/>
    <dgm:cxn modelId="{C2AFFB55-AB67-4006-913D-2B81B3EA7D70}" type="presParOf" srcId="{7119E1B6-8282-49BC-9B54-0D5AA406CB89}" destId="{05DA91B1-329C-4B5A-B71E-E80E6058F485}" srcOrd="0" destOrd="0" presId="urn:microsoft.com/office/officeart/2018/5/layout/IconCircleLabelList"/>
    <dgm:cxn modelId="{669782C9-F38A-4E97-97DB-61A92059D544}" type="presParOf" srcId="{7119E1B6-8282-49BC-9B54-0D5AA406CB89}" destId="{C31838F0-E258-4D1E-89AC-24BBB1348EEA}" srcOrd="1" destOrd="0" presId="urn:microsoft.com/office/officeart/2018/5/layout/IconCircleLabelList"/>
    <dgm:cxn modelId="{3FC0357C-A6F0-4684-A54B-1281D012990A}" type="presParOf" srcId="{7119E1B6-8282-49BC-9B54-0D5AA406CB89}" destId="{5B18F434-EC3B-478A-A536-AB7D9F9292E1}" srcOrd="2" destOrd="0" presId="urn:microsoft.com/office/officeart/2018/5/layout/IconCircleLabelList"/>
    <dgm:cxn modelId="{C8FCA766-7A48-4C84-B767-C5DA98E47ED9}" type="presParOf" srcId="{7119E1B6-8282-49BC-9B54-0D5AA406CB89}" destId="{E8BB9448-FA68-4D6F-A6B3-8DB2CA298A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EA6A57-6D6E-4A65-A509-B297313195A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D827AD-2DF3-4DDB-9B90-19CD15C88958}">
      <dgm:prSet/>
      <dgm:spPr/>
      <dgm:t>
        <a:bodyPr/>
        <a:lstStyle/>
        <a:p>
          <a:pPr>
            <a:defRPr b="1"/>
          </a:pPr>
          <a:r>
            <a:rPr lang="en-IN" b="1"/>
            <a:t>Database</a:t>
          </a:r>
          <a:endParaRPr lang="en-US"/>
        </a:p>
      </dgm:t>
    </dgm:pt>
    <dgm:pt modelId="{14A0AF53-8ED8-4E90-9FDC-2C2F19E60C1F}" type="parTrans" cxnId="{99ECFD53-80D7-4777-ABFE-4D2E08FF95E7}">
      <dgm:prSet/>
      <dgm:spPr/>
      <dgm:t>
        <a:bodyPr/>
        <a:lstStyle/>
        <a:p>
          <a:endParaRPr lang="en-US"/>
        </a:p>
      </dgm:t>
    </dgm:pt>
    <dgm:pt modelId="{7BB6584D-0D9D-45C0-8B13-B0150437F8AC}" type="sibTrans" cxnId="{99ECFD53-80D7-4777-ABFE-4D2E08FF95E7}">
      <dgm:prSet/>
      <dgm:spPr/>
      <dgm:t>
        <a:bodyPr/>
        <a:lstStyle/>
        <a:p>
          <a:endParaRPr lang="en-US"/>
        </a:p>
      </dgm:t>
    </dgm:pt>
    <dgm:pt modelId="{71AF75C4-97B5-47B5-AADE-A46A01A00BD8}">
      <dgm:prSet/>
      <dgm:spPr/>
      <dgm:t>
        <a:bodyPr/>
        <a:lstStyle/>
        <a:p>
          <a:r>
            <a:rPr lang="en-IN"/>
            <a:t>25+ collections</a:t>
          </a:r>
          <a:endParaRPr lang="en-US"/>
        </a:p>
      </dgm:t>
    </dgm:pt>
    <dgm:pt modelId="{3600FF89-7566-45AC-A26F-0BC09A4880B7}" type="parTrans" cxnId="{37EFAA02-264C-400F-9D62-E88BB04A1BFE}">
      <dgm:prSet/>
      <dgm:spPr/>
      <dgm:t>
        <a:bodyPr/>
        <a:lstStyle/>
        <a:p>
          <a:endParaRPr lang="en-US"/>
        </a:p>
      </dgm:t>
    </dgm:pt>
    <dgm:pt modelId="{8365933F-9370-425F-A4BC-7C6EF52CD553}" type="sibTrans" cxnId="{37EFAA02-264C-400F-9D62-E88BB04A1BFE}">
      <dgm:prSet/>
      <dgm:spPr/>
      <dgm:t>
        <a:bodyPr/>
        <a:lstStyle/>
        <a:p>
          <a:endParaRPr lang="en-US"/>
        </a:p>
      </dgm:t>
    </dgm:pt>
    <dgm:pt modelId="{EF9D9EDF-380D-4923-84C0-98527B245A92}">
      <dgm:prSet/>
      <dgm:spPr/>
      <dgm:t>
        <a:bodyPr/>
        <a:lstStyle/>
        <a:p>
          <a:r>
            <a:rPr lang="en-IN"/>
            <a:t>Indexed audit logs</a:t>
          </a:r>
          <a:endParaRPr lang="en-US"/>
        </a:p>
      </dgm:t>
    </dgm:pt>
    <dgm:pt modelId="{4002C595-7541-4AC9-BAE2-A562DC644024}" type="parTrans" cxnId="{52730AF3-ACE4-46EC-8C0B-F6C76AFC30B1}">
      <dgm:prSet/>
      <dgm:spPr/>
      <dgm:t>
        <a:bodyPr/>
        <a:lstStyle/>
        <a:p>
          <a:endParaRPr lang="en-US"/>
        </a:p>
      </dgm:t>
    </dgm:pt>
    <dgm:pt modelId="{05534D58-D2E6-426B-8D81-1C7CD53AD7D3}" type="sibTrans" cxnId="{52730AF3-ACE4-46EC-8C0B-F6C76AFC30B1}">
      <dgm:prSet/>
      <dgm:spPr/>
      <dgm:t>
        <a:bodyPr/>
        <a:lstStyle/>
        <a:p>
          <a:endParaRPr lang="en-US"/>
        </a:p>
      </dgm:t>
    </dgm:pt>
    <dgm:pt modelId="{0E491CBE-8F67-496C-A4D8-46A11FA4B393}">
      <dgm:prSet/>
      <dgm:spPr/>
      <dgm:t>
        <a:bodyPr/>
        <a:lstStyle/>
        <a:p>
          <a:r>
            <a:rPr lang="en-IN"/>
            <a:t>Scalable schema</a:t>
          </a:r>
          <a:endParaRPr lang="en-US"/>
        </a:p>
      </dgm:t>
    </dgm:pt>
    <dgm:pt modelId="{93177916-480A-4E17-A4D5-67504979F4F9}" type="parTrans" cxnId="{44E4E989-7A78-4BE9-9E14-3539DDAABE81}">
      <dgm:prSet/>
      <dgm:spPr/>
      <dgm:t>
        <a:bodyPr/>
        <a:lstStyle/>
        <a:p>
          <a:endParaRPr lang="en-US"/>
        </a:p>
      </dgm:t>
    </dgm:pt>
    <dgm:pt modelId="{B7DD42EF-F2E9-45FB-BCD5-A60EB2E606D6}" type="sibTrans" cxnId="{44E4E989-7A78-4BE9-9E14-3539DDAABE81}">
      <dgm:prSet/>
      <dgm:spPr/>
      <dgm:t>
        <a:bodyPr/>
        <a:lstStyle/>
        <a:p>
          <a:endParaRPr lang="en-US"/>
        </a:p>
      </dgm:t>
    </dgm:pt>
    <dgm:pt modelId="{B8A2FDAB-6A9F-4A05-97E1-B940D40C0315}">
      <dgm:prSet/>
      <dgm:spPr/>
      <dgm:t>
        <a:bodyPr/>
        <a:lstStyle/>
        <a:p>
          <a:pPr>
            <a:defRPr b="1"/>
          </a:pPr>
          <a:r>
            <a:rPr lang="en-IN" b="1"/>
            <a:t>API</a:t>
          </a:r>
          <a:endParaRPr lang="en-US"/>
        </a:p>
      </dgm:t>
    </dgm:pt>
    <dgm:pt modelId="{944E9F95-4F82-4CCD-A567-3961822C9896}" type="parTrans" cxnId="{64E70761-7157-40D0-B6AC-A874ABE445A9}">
      <dgm:prSet/>
      <dgm:spPr/>
      <dgm:t>
        <a:bodyPr/>
        <a:lstStyle/>
        <a:p>
          <a:endParaRPr lang="en-US"/>
        </a:p>
      </dgm:t>
    </dgm:pt>
    <dgm:pt modelId="{571DAD6F-CCCF-4A21-A057-867591A29CE6}" type="sibTrans" cxnId="{64E70761-7157-40D0-B6AC-A874ABE445A9}">
      <dgm:prSet/>
      <dgm:spPr/>
      <dgm:t>
        <a:bodyPr/>
        <a:lstStyle/>
        <a:p>
          <a:endParaRPr lang="en-US"/>
        </a:p>
      </dgm:t>
    </dgm:pt>
    <dgm:pt modelId="{7A0C6B29-E7E8-4E38-8102-EABFA0A34E27}">
      <dgm:prSet/>
      <dgm:spPr/>
      <dgm:t>
        <a:bodyPr/>
        <a:lstStyle/>
        <a:p>
          <a:r>
            <a:rPr lang="en-IN"/>
            <a:t>RESTful design</a:t>
          </a:r>
          <a:endParaRPr lang="en-US"/>
        </a:p>
      </dgm:t>
    </dgm:pt>
    <dgm:pt modelId="{BABC07DE-FC1F-4AC9-9F51-FEAA6A8634E5}" type="parTrans" cxnId="{183D4452-469A-4BCF-9EA9-235B74C6F2DF}">
      <dgm:prSet/>
      <dgm:spPr/>
      <dgm:t>
        <a:bodyPr/>
        <a:lstStyle/>
        <a:p>
          <a:endParaRPr lang="en-US"/>
        </a:p>
      </dgm:t>
    </dgm:pt>
    <dgm:pt modelId="{4F252D20-E75C-46C4-9220-1A3E37E5C56F}" type="sibTrans" cxnId="{183D4452-469A-4BCF-9EA9-235B74C6F2DF}">
      <dgm:prSet/>
      <dgm:spPr/>
      <dgm:t>
        <a:bodyPr/>
        <a:lstStyle/>
        <a:p>
          <a:endParaRPr lang="en-US"/>
        </a:p>
      </dgm:t>
    </dgm:pt>
    <dgm:pt modelId="{93E0990D-BBC9-4AC7-B994-A47A78A05EAD}">
      <dgm:prSet/>
      <dgm:spPr/>
      <dgm:t>
        <a:bodyPr/>
        <a:lstStyle/>
        <a:p>
          <a:r>
            <a:rPr lang="en-IN"/>
            <a:t>JWT authentication</a:t>
          </a:r>
          <a:endParaRPr lang="en-US"/>
        </a:p>
      </dgm:t>
    </dgm:pt>
    <dgm:pt modelId="{CC0D8CE4-7857-4284-A30A-7AFB3D903B04}" type="parTrans" cxnId="{80946D0F-F612-40F6-8F60-345AECF14C1A}">
      <dgm:prSet/>
      <dgm:spPr/>
      <dgm:t>
        <a:bodyPr/>
        <a:lstStyle/>
        <a:p>
          <a:endParaRPr lang="en-US"/>
        </a:p>
      </dgm:t>
    </dgm:pt>
    <dgm:pt modelId="{132A01F2-A35C-4458-BD84-A9C81931AF2B}" type="sibTrans" cxnId="{80946D0F-F612-40F6-8F60-345AECF14C1A}">
      <dgm:prSet/>
      <dgm:spPr/>
      <dgm:t>
        <a:bodyPr/>
        <a:lstStyle/>
        <a:p>
          <a:endParaRPr lang="en-US"/>
        </a:p>
      </dgm:t>
    </dgm:pt>
    <dgm:pt modelId="{65F6F96A-BAFD-46D3-A440-A4C433E8E193}">
      <dgm:prSet/>
      <dgm:spPr/>
      <dgm:t>
        <a:bodyPr/>
        <a:lstStyle/>
        <a:p>
          <a:r>
            <a:rPr lang="en-IN"/>
            <a:t>RBAC authorization</a:t>
          </a:r>
          <a:endParaRPr lang="en-US"/>
        </a:p>
      </dgm:t>
    </dgm:pt>
    <dgm:pt modelId="{D7152B47-2C7D-44D9-8C28-F47E6F1445E4}" type="parTrans" cxnId="{D6C79213-0658-4479-81C9-309E74F085F3}">
      <dgm:prSet/>
      <dgm:spPr/>
      <dgm:t>
        <a:bodyPr/>
        <a:lstStyle/>
        <a:p>
          <a:endParaRPr lang="en-US"/>
        </a:p>
      </dgm:t>
    </dgm:pt>
    <dgm:pt modelId="{610C5560-14F8-4C5F-900D-5CF8759791B7}" type="sibTrans" cxnId="{D6C79213-0658-4479-81C9-309E74F085F3}">
      <dgm:prSet/>
      <dgm:spPr/>
      <dgm:t>
        <a:bodyPr/>
        <a:lstStyle/>
        <a:p>
          <a:endParaRPr lang="en-US"/>
        </a:p>
      </dgm:t>
    </dgm:pt>
    <dgm:pt modelId="{858DF768-FE9E-4BA3-9FE6-1249F7DD123C}">
      <dgm:prSet/>
      <dgm:spPr/>
      <dgm:t>
        <a:bodyPr/>
        <a:lstStyle/>
        <a:p>
          <a:r>
            <a:rPr lang="en-IN"/>
            <a:t>Input validation</a:t>
          </a:r>
          <a:endParaRPr lang="en-US"/>
        </a:p>
      </dgm:t>
    </dgm:pt>
    <dgm:pt modelId="{F5B12E88-C718-402C-A97F-E57DE7A745F1}" type="parTrans" cxnId="{BF568AE8-9CB9-4B13-A45B-288FC7672AB8}">
      <dgm:prSet/>
      <dgm:spPr/>
      <dgm:t>
        <a:bodyPr/>
        <a:lstStyle/>
        <a:p>
          <a:endParaRPr lang="en-US"/>
        </a:p>
      </dgm:t>
    </dgm:pt>
    <dgm:pt modelId="{D49E530E-405E-4113-8281-F7CD7310F54C}" type="sibTrans" cxnId="{BF568AE8-9CB9-4B13-A45B-288FC7672AB8}">
      <dgm:prSet/>
      <dgm:spPr/>
      <dgm:t>
        <a:bodyPr/>
        <a:lstStyle/>
        <a:p>
          <a:endParaRPr lang="en-US"/>
        </a:p>
      </dgm:t>
    </dgm:pt>
    <dgm:pt modelId="{9DB2F58C-EA8D-4026-A27C-F7879C3796C7}" type="pres">
      <dgm:prSet presAssocID="{45EA6A57-6D6E-4A65-A509-B297313195A8}" presName="root" presStyleCnt="0">
        <dgm:presLayoutVars>
          <dgm:dir/>
          <dgm:resizeHandles val="exact"/>
        </dgm:presLayoutVars>
      </dgm:prSet>
      <dgm:spPr/>
    </dgm:pt>
    <dgm:pt modelId="{99256863-A552-4AEF-84BE-202B00BFCB13}" type="pres">
      <dgm:prSet presAssocID="{BAD827AD-2DF3-4DDB-9B90-19CD15C88958}" presName="compNode" presStyleCnt="0"/>
      <dgm:spPr/>
    </dgm:pt>
    <dgm:pt modelId="{9A28745B-9688-48BA-B00D-50D194CACA71}" type="pres">
      <dgm:prSet presAssocID="{BAD827AD-2DF3-4DDB-9B90-19CD15C8895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5354A0-7FC4-42E6-B01E-E76941E26CB3}" type="pres">
      <dgm:prSet presAssocID="{BAD827AD-2DF3-4DDB-9B90-19CD15C88958}" presName="iconSpace" presStyleCnt="0"/>
      <dgm:spPr/>
    </dgm:pt>
    <dgm:pt modelId="{44459AAD-ECDD-4345-8E13-14903A498508}" type="pres">
      <dgm:prSet presAssocID="{BAD827AD-2DF3-4DDB-9B90-19CD15C88958}" presName="parTx" presStyleLbl="revTx" presStyleIdx="0" presStyleCnt="4">
        <dgm:presLayoutVars>
          <dgm:chMax val="0"/>
          <dgm:chPref val="0"/>
        </dgm:presLayoutVars>
      </dgm:prSet>
      <dgm:spPr/>
    </dgm:pt>
    <dgm:pt modelId="{E2880036-0089-4B87-B7E0-7C6BB9D2A9D8}" type="pres">
      <dgm:prSet presAssocID="{BAD827AD-2DF3-4DDB-9B90-19CD15C88958}" presName="txSpace" presStyleCnt="0"/>
      <dgm:spPr/>
    </dgm:pt>
    <dgm:pt modelId="{74F5F83C-1B87-4BE2-BBF0-613D57B11590}" type="pres">
      <dgm:prSet presAssocID="{BAD827AD-2DF3-4DDB-9B90-19CD15C88958}" presName="desTx" presStyleLbl="revTx" presStyleIdx="1" presStyleCnt="4">
        <dgm:presLayoutVars/>
      </dgm:prSet>
      <dgm:spPr/>
    </dgm:pt>
    <dgm:pt modelId="{0440F2E9-FCFE-4632-B543-4C0C1431EDC9}" type="pres">
      <dgm:prSet presAssocID="{7BB6584D-0D9D-45C0-8B13-B0150437F8AC}" presName="sibTrans" presStyleCnt="0"/>
      <dgm:spPr/>
    </dgm:pt>
    <dgm:pt modelId="{AD5185B6-C394-44AF-9A14-1F2C68310B7C}" type="pres">
      <dgm:prSet presAssocID="{B8A2FDAB-6A9F-4A05-97E1-B940D40C0315}" presName="compNode" presStyleCnt="0"/>
      <dgm:spPr/>
    </dgm:pt>
    <dgm:pt modelId="{CD42608C-EE1D-4BFC-85C5-EEC38361940C}" type="pres">
      <dgm:prSet presAssocID="{B8A2FDAB-6A9F-4A05-97E1-B940D40C03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9705462-EACA-431B-A34D-217111ED63D9}" type="pres">
      <dgm:prSet presAssocID="{B8A2FDAB-6A9F-4A05-97E1-B940D40C0315}" presName="iconSpace" presStyleCnt="0"/>
      <dgm:spPr/>
    </dgm:pt>
    <dgm:pt modelId="{9A95BD2E-EE9D-4400-BB06-A8FBCE180807}" type="pres">
      <dgm:prSet presAssocID="{B8A2FDAB-6A9F-4A05-97E1-B940D40C0315}" presName="parTx" presStyleLbl="revTx" presStyleIdx="2" presStyleCnt="4">
        <dgm:presLayoutVars>
          <dgm:chMax val="0"/>
          <dgm:chPref val="0"/>
        </dgm:presLayoutVars>
      </dgm:prSet>
      <dgm:spPr/>
    </dgm:pt>
    <dgm:pt modelId="{A3390435-40FD-40D5-B361-FD2C9103F62D}" type="pres">
      <dgm:prSet presAssocID="{B8A2FDAB-6A9F-4A05-97E1-B940D40C0315}" presName="txSpace" presStyleCnt="0"/>
      <dgm:spPr/>
    </dgm:pt>
    <dgm:pt modelId="{05C9E0F7-3AD2-4272-9734-FAB8B8026EC7}" type="pres">
      <dgm:prSet presAssocID="{B8A2FDAB-6A9F-4A05-97E1-B940D40C0315}" presName="desTx" presStyleLbl="revTx" presStyleIdx="3" presStyleCnt="4">
        <dgm:presLayoutVars/>
      </dgm:prSet>
      <dgm:spPr/>
    </dgm:pt>
  </dgm:ptLst>
  <dgm:cxnLst>
    <dgm:cxn modelId="{37EFAA02-264C-400F-9D62-E88BB04A1BFE}" srcId="{BAD827AD-2DF3-4DDB-9B90-19CD15C88958}" destId="{71AF75C4-97B5-47B5-AADE-A46A01A00BD8}" srcOrd="0" destOrd="0" parTransId="{3600FF89-7566-45AC-A26F-0BC09A4880B7}" sibTransId="{8365933F-9370-425F-A4BC-7C6EF52CD553}"/>
    <dgm:cxn modelId="{80946D0F-F612-40F6-8F60-345AECF14C1A}" srcId="{B8A2FDAB-6A9F-4A05-97E1-B940D40C0315}" destId="{93E0990D-BBC9-4AC7-B994-A47A78A05EAD}" srcOrd="1" destOrd="0" parTransId="{CC0D8CE4-7857-4284-A30A-7AFB3D903B04}" sibTransId="{132A01F2-A35C-4458-BD84-A9C81931AF2B}"/>
    <dgm:cxn modelId="{BC7C4C10-2918-4F2E-8E65-D66D083DB610}" type="presOf" srcId="{EF9D9EDF-380D-4923-84C0-98527B245A92}" destId="{74F5F83C-1B87-4BE2-BBF0-613D57B11590}" srcOrd="0" destOrd="1" presId="urn:microsoft.com/office/officeart/2018/5/layout/CenteredIconLabelDescriptionList"/>
    <dgm:cxn modelId="{D6C79213-0658-4479-81C9-309E74F085F3}" srcId="{B8A2FDAB-6A9F-4A05-97E1-B940D40C0315}" destId="{65F6F96A-BAFD-46D3-A440-A4C433E8E193}" srcOrd="2" destOrd="0" parTransId="{D7152B47-2C7D-44D9-8C28-F47E6F1445E4}" sibTransId="{610C5560-14F8-4C5F-900D-5CF8759791B7}"/>
    <dgm:cxn modelId="{24FF7229-6D40-47D5-A06F-AF3E20708053}" type="presOf" srcId="{45EA6A57-6D6E-4A65-A509-B297313195A8}" destId="{9DB2F58C-EA8D-4026-A27C-F7879C3796C7}" srcOrd="0" destOrd="0" presId="urn:microsoft.com/office/officeart/2018/5/layout/CenteredIconLabelDescriptionList"/>
    <dgm:cxn modelId="{64E70761-7157-40D0-B6AC-A874ABE445A9}" srcId="{45EA6A57-6D6E-4A65-A509-B297313195A8}" destId="{B8A2FDAB-6A9F-4A05-97E1-B940D40C0315}" srcOrd="1" destOrd="0" parTransId="{944E9F95-4F82-4CCD-A567-3961822C9896}" sibTransId="{571DAD6F-CCCF-4A21-A057-867591A29CE6}"/>
    <dgm:cxn modelId="{3243FA48-C619-4E61-96A3-54DA16C88BED}" type="presOf" srcId="{BAD827AD-2DF3-4DDB-9B90-19CD15C88958}" destId="{44459AAD-ECDD-4345-8E13-14903A498508}" srcOrd="0" destOrd="0" presId="urn:microsoft.com/office/officeart/2018/5/layout/CenteredIconLabelDescriptionList"/>
    <dgm:cxn modelId="{183D4452-469A-4BCF-9EA9-235B74C6F2DF}" srcId="{B8A2FDAB-6A9F-4A05-97E1-B940D40C0315}" destId="{7A0C6B29-E7E8-4E38-8102-EABFA0A34E27}" srcOrd="0" destOrd="0" parTransId="{BABC07DE-FC1F-4AC9-9F51-FEAA6A8634E5}" sibTransId="{4F252D20-E75C-46C4-9220-1A3E37E5C56F}"/>
    <dgm:cxn modelId="{99ECFD53-80D7-4777-ABFE-4D2E08FF95E7}" srcId="{45EA6A57-6D6E-4A65-A509-B297313195A8}" destId="{BAD827AD-2DF3-4DDB-9B90-19CD15C88958}" srcOrd="0" destOrd="0" parTransId="{14A0AF53-8ED8-4E90-9FDC-2C2F19E60C1F}" sibTransId="{7BB6584D-0D9D-45C0-8B13-B0150437F8AC}"/>
    <dgm:cxn modelId="{C6CE5874-1F6F-4038-9050-6659C4CEABC7}" type="presOf" srcId="{B8A2FDAB-6A9F-4A05-97E1-B940D40C0315}" destId="{9A95BD2E-EE9D-4400-BB06-A8FBCE180807}" srcOrd="0" destOrd="0" presId="urn:microsoft.com/office/officeart/2018/5/layout/CenteredIconLabelDescriptionList"/>
    <dgm:cxn modelId="{6866D187-E720-4325-844D-FA6D7592786F}" type="presOf" srcId="{93E0990D-BBC9-4AC7-B994-A47A78A05EAD}" destId="{05C9E0F7-3AD2-4272-9734-FAB8B8026EC7}" srcOrd="0" destOrd="1" presId="urn:microsoft.com/office/officeart/2018/5/layout/CenteredIconLabelDescriptionList"/>
    <dgm:cxn modelId="{44E4E989-7A78-4BE9-9E14-3539DDAABE81}" srcId="{BAD827AD-2DF3-4DDB-9B90-19CD15C88958}" destId="{0E491CBE-8F67-496C-A4D8-46A11FA4B393}" srcOrd="2" destOrd="0" parTransId="{93177916-480A-4E17-A4D5-67504979F4F9}" sibTransId="{B7DD42EF-F2E9-45FB-BCD5-A60EB2E606D6}"/>
    <dgm:cxn modelId="{4BFE0E8D-DADD-41EB-B680-E3C54E1DB677}" type="presOf" srcId="{858DF768-FE9E-4BA3-9FE6-1249F7DD123C}" destId="{05C9E0F7-3AD2-4272-9734-FAB8B8026EC7}" srcOrd="0" destOrd="3" presId="urn:microsoft.com/office/officeart/2018/5/layout/CenteredIconLabelDescriptionList"/>
    <dgm:cxn modelId="{B85DD6AF-B45C-4E20-A0B8-344F2299ED27}" type="presOf" srcId="{0E491CBE-8F67-496C-A4D8-46A11FA4B393}" destId="{74F5F83C-1B87-4BE2-BBF0-613D57B11590}" srcOrd="0" destOrd="2" presId="urn:microsoft.com/office/officeart/2018/5/layout/CenteredIconLabelDescriptionList"/>
    <dgm:cxn modelId="{151009C1-A7B0-44EC-9FF7-691C84581CB5}" type="presOf" srcId="{65F6F96A-BAFD-46D3-A440-A4C433E8E193}" destId="{05C9E0F7-3AD2-4272-9734-FAB8B8026EC7}" srcOrd="0" destOrd="2" presId="urn:microsoft.com/office/officeart/2018/5/layout/CenteredIconLabelDescriptionList"/>
    <dgm:cxn modelId="{D3D1B4E4-F589-4D46-B5BF-19C3281D04A6}" type="presOf" srcId="{71AF75C4-97B5-47B5-AADE-A46A01A00BD8}" destId="{74F5F83C-1B87-4BE2-BBF0-613D57B11590}" srcOrd="0" destOrd="0" presId="urn:microsoft.com/office/officeart/2018/5/layout/CenteredIconLabelDescriptionList"/>
    <dgm:cxn modelId="{BF568AE8-9CB9-4B13-A45B-288FC7672AB8}" srcId="{B8A2FDAB-6A9F-4A05-97E1-B940D40C0315}" destId="{858DF768-FE9E-4BA3-9FE6-1249F7DD123C}" srcOrd="3" destOrd="0" parTransId="{F5B12E88-C718-402C-A97F-E57DE7A745F1}" sibTransId="{D49E530E-405E-4113-8281-F7CD7310F54C}"/>
    <dgm:cxn modelId="{52730AF3-ACE4-46EC-8C0B-F6C76AFC30B1}" srcId="{BAD827AD-2DF3-4DDB-9B90-19CD15C88958}" destId="{EF9D9EDF-380D-4923-84C0-98527B245A92}" srcOrd="1" destOrd="0" parTransId="{4002C595-7541-4AC9-BAE2-A562DC644024}" sibTransId="{05534D58-D2E6-426B-8D81-1C7CD53AD7D3}"/>
    <dgm:cxn modelId="{237A46FA-FA59-49B4-B22F-303BBEAD35A2}" type="presOf" srcId="{7A0C6B29-E7E8-4E38-8102-EABFA0A34E27}" destId="{05C9E0F7-3AD2-4272-9734-FAB8B8026EC7}" srcOrd="0" destOrd="0" presId="urn:microsoft.com/office/officeart/2018/5/layout/CenteredIconLabelDescriptionList"/>
    <dgm:cxn modelId="{9BF1E17A-B7A9-4ABD-BE06-23DE5F578DA0}" type="presParOf" srcId="{9DB2F58C-EA8D-4026-A27C-F7879C3796C7}" destId="{99256863-A552-4AEF-84BE-202B00BFCB13}" srcOrd="0" destOrd="0" presId="urn:microsoft.com/office/officeart/2018/5/layout/CenteredIconLabelDescriptionList"/>
    <dgm:cxn modelId="{E8087249-7228-4B5F-BF81-ABC690808F41}" type="presParOf" srcId="{99256863-A552-4AEF-84BE-202B00BFCB13}" destId="{9A28745B-9688-48BA-B00D-50D194CACA71}" srcOrd="0" destOrd="0" presId="urn:microsoft.com/office/officeart/2018/5/layout/CenteredIconLabelDescriptionList"/>
    <dgm:cxn modelId="{809ACD83-1E25-4E05-8485-5774E3765609}" type="presParOf" srcId="{99256863-A552-4AEF-84BE-202B00BFCB13}" destId="{FB5354A0-7FC4-42E6-B01E-E76941E26CB3}" srcOrd="1" destOrd="0" presId="urn:microsoft.com/office/officeart/2018/5/layout/CenteredIconLabelDescriptionList"/>
    <dgm:cxn modelId="{769A3E23-D8F8-40D3-8D3A-7BAF84A62B12}" type="presParOf" srcId="{99256863-A552-4AEF-84BE-202B00BFCB13}" destId="{44459AAD-ECDD-4345-8E13-14903A498508}" srcOrd="2" destOrd="0" presId="urn:microsoft.com/office/officeart/2018/5/layout/CenteredIconLabelDescriptionList"/>
    <dgm:cxn modelId="{006B5F87-7D0D-4DD8-88DB-D68A2F1C5387}" type="presParOf" srcId="{99256863-A552-4AEF-84BE-202B00BFCB13}" destId="{E2880036-0089-4B87-B7E0-7C6BB9D2A9D8}" srcOrd="3" destOrd="0" presId="urn:microsoft.com/office/officeart/2018/5/layout/CenteredIconLabelDescriptionList"/>
    <dgm:cxn modelId="{7BFB91C1-3472-43BC-B207-0DA9DAE58C19}" type="presParOf" srcId="{99256863-A552-4AEF-84BE-202B00BFCB13}" destId="{74F5F83C-1B87-4BE2-BBF0-613D57B11590}" srcOrd="4" destOrd="0" presId="urn:microsoft.com/office/officeart/2018/5/layout/CenteredIconLabelDescriptionList"/>
    <dgm:cxn modelId="{FFF9437F-83BA-4337-B058-66A8E579C202}" type="presParOf" srcId="{9DB2F58C-EA8D-4026-A27C-F7879C3796C7}" destId="{0440F2E9-FCFE-4632-B543-4C0C1431EDC9}" srcOrd="1" destOrd="0" presId="urn:microsoft.com/office/officeart/2018/5/layout/CenteredIconLabelDescriptionList"/>
    <dgm:cxn modelId="{0743A477-EC7D-4353-86D4-EC16353CD397}" type="presParOf" srcId="{9DB2F58C-EA8D-4026-A27C-F7879C3796C7}" destId="{AD5185B6-C394-44AF-9A14-1F2C68310B7C}" srcOrd="2" destOrd="0" presId="urn:microsoft.com/office/officeart/2018/5/layout/CenteredIconLabelDescriptionList"/>
    <dgm:cxn modelId="{14CB347C-1763-4E7C-BFA2-7D7B7591945B}" type="presParOf" srcId="{AD5185B6-C394-44AF-9A14-1F2C68310B7C}" destId="{CD42608C-EE1D-4BFC-85C5-EEC38361940C}" srcOrd="0" destOrd="0" presId="urn:microsoft.com/office/officeart/2018/5/layout/CenteredIconLabelDescriptionList"/>
    <dgm:cxn modelId="{9C3DA3C3-568D-47C8-B7D7-DB93A228084B}" type="presParOf" srcId="{AD5185B6-C394-44AF-9A14-1F2C68310B7C}" destId="{89705462-EACA-431B-A34D-217111ED63D9}" srcOrd="1" destOrd="0" presId="urn:microsoft.com/office/officeart/2018/5/layout/CenteredIconLabelDescriptionList"/>
    <dgm:cxn modelId="{0CB3741B-8090-470C-B59A-242A8CEFCBC0}" type="presParOf" srcId="{AD5185B6-C394-44AF-9A14-1F2C68310B7C}" destId="{9A95BD2E-EE9D-4400-BB06-A8FBCE180807}" srcOrd="2" destOrd="0" presId="urn:microsoft.com/office/officeart/2018/5/layout/CenteredIconLabelDescriptionList"/>
    <dgm:cxn modelId="{A392F1E3-1FD0-436A-8A8A-DE06C13E802D}" type="presParOf" srcId="{AD5185B6-C394-44AF-9A14-1F2C68310B7C}" destId="{A3390435-40FD-40D5-B361-FD2C9103F62D}" srcOrd="3" destOrd="0" presId="urn:microsoft.com/office/officeart/2018/5/layout/CenteredIconLabelDescriptionList"/>
    <dgm:cxn modelId="{FBF11116-08E8-42B7-A774-44E237AC3D19}" type="presParOf" srcId="{AD5185B6-C394-44AF-9A14-1F2C68310B7C}" destId="{05C9E0F7-3AD2-4272-9734-FAB8B8026EC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527EC0-B875-45A0-86FF-2F23580385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BF43089-9905-4C2E-8251-915221EC5995}">
      <dgm:prSet/>
      <dgm:spPr/>
      <dgm:t>
        <a:bodyPr/>
        <a:lstStyle/>
        <a:p>
          <a:pPr>
            <a:defRPr b="1"/>
          </a:pPr>
          <a:r>
            <a:rPr lang="en-IN" b="1"/>
            <a:t>Impact</a:t>
          </a:r>
          <a:endParaRPr lang="en-US"/>
        </a:p>
      </dgm:t>
    </dgm:pt>
    <dgm:pt modelId="{BA8C13DD-1DA3-49CC-9773-5FA37F9F7A12}" type="parTrans" cxnId="{E039C880-0C87-446E-B2CD-8E56554ECD8C}">
      <dgm:prSet/>
      <dgm:spPr/>
      <dgm:t>
        <a:bodyPr/>
        <a:lstStyle/>
        <a:p>
          <a:endParaRPr lang="en-US"/>
        </a:p>
      </dgm:t>
    </dgm:pt>
    <dgm:pt modelId="{B05AAA7B-DF6C-4B6A-872B-D4BB4A90F5A1}" type="sibTrans" cxnId="{E039C880-0C87-446E-B2CD-8E56554ECD8C}">
      <dgm:prSet/>
      <dgm:spPr/>
      <dgm:t>
        <a:bodyPr/>
        <a:lstStyle/>
        <a:p>
          <a:endParaRPr lang="en-US"/>
        </a:p>
      </dgm:t>
    </dgm:pt>
    <dgm:pt modelId="{89D3B4CB-F82E-4CAC-AA3A-A67325698645}">
      <dgm:prSet/>
      <dgm:spPr/>
      <dgm:t>
        <a:bodyPr/>
        <a:lstStyle/>
        <a:p>
          <a:r>
            <a:rPr lang="en-IN"/>
            <a:t>40% reduction in manual HR work</a:t>
          </a:r>
          <a:endParaRPr lang="en-US"/>
        </a:p>
      </dgm:t>
    </dgm:pt>
    <dgm:pt modelId="{1438EAD3-3B39-4101-B790-2BE4081E3425}" type="parTrans" cxnId="{26FBAE9D-326D-4AF6-844C-846C525A4ABB}">
      <dgm:prSet/>
      <dgm:spPr/>
      <dgm:t>
        <a:bodyPr/>
        <a:lstStyle/>
        <a:p>
          <a:endParaRPr lang="en-US"/>
        </a:p>
      </dgm:t>
    </dgm:pt>
    <dgm:pt modelId="{17CD7A66-75E7-4F4F-8BBD-170F3E8034EC}" type="sibTrans" cxnId="{26FBAE9D-326D-4AF6-844C-846C525A4ABB}">
      <dgm:prSet/>
      <dgm:spPr/>
      <dgm:t>
        <a:bodyPr/>
        <a:lstStyle/>
        <a:p>
          <a:endParaRPr lang="en-US"/>
        </a:p>
      </dgm:t>
    </dgm:pt>
    <dgm:pt modelId="{0BDB320D-D20C-483D-85B3-2F6C041EB05F}">
      <dgm:prSet/>
      <dgm:spPr/>
      <dgm:t>
        <a:bodyPr/>
        <a:lstStyle/>
        <a:p>
          <a:r>
            <a:rPr lang="en-IN"/>
            <a:t>60% faster internal communication</a:t>
          </a:r>
          <a:endParaRPr lang="en-US"/>
        </a:p>
      </dgm:t>
    </dgm:pt>
    <dgm:pt modelId="{BA27A3F0-9747-4E58-A3A0-DFEEC14BD118}" type="parTrans" cxnId="{3AE0AC21-8084-4124-93A5-7C063F6D88AC}">
      <dgm:prSet/>
      <dgm:spPr/>
      <dgm:t>
        <a:bodyPr/>
        <a:lstStyle/>
        <a:p>
          <a:endParaRPr lang="en-US"/>
        </a:p>
      </dgm:t>
    </dgm:pt>
    <dgm:pt modelId="{A31BF2B9-3825-4BD8-AC84-363A5137D9DA}" type="sibTrans" cxnId="{3AE0AC21-8084-4124-93A5-7C063F6D88AC}">
      <dgm:prSet/>
      <dgm:spPr/>
      <dgm:t>
        <a:bodyPr/>
        <a:lstStyle/>
        <a:p>
          <a:endParaRPr lang="en-US"/>
        </a:p>
      </dgm:t>
    </dgm:pt>
    <dgm:pt modelId="{981B06B2-F887-411F-9ACB-63652B3E5601}">
      <dgm:prSet/>
      <dgm:spPr/>
      <dgm:t>
        <a:bodyPr/>
        <a:lstStyle/>
        <a:p>
          <a:pPr>
            <a:defRPr b="1"/>
          </a:pPr>
          <a:r>
            <a:rPr lang="en-IN" b="1"/>
            <a:t>Future Enhancements</a:t>
          </a:r>
          <a:endParaRPr lang="en-US"/>
        </a:p>
      </dgm:t>
    </dgm:pt>
    <dgm:pt modelId="{B78F5A41-D83D-4BB0-8D9F-DA63089E8334}" type="parTrans" cxnId="{8240443A-53E3-43C1-85B3-626919C4E99E}">
      <dgm:prSet/>
      <dgm:spPr/>
      <dgm:t>
        <a:bodyPr/>
        <a:lstStyle/>
        <a:p>
          <a:endParaRPr lang="en-US"/>
        </a:p>
      </dgm:t>
    </dgm:pt>
    <dgm:pt modelId="{C461D226-D80A-4CD0-AAB1-F56BB2C4D8DF}" type="sibTrans" cxnId="{8240443A-53E3-43C1-85B3-626919C4E99E}">
      <dgm:prSet/>
      <dgm:spPr/>
      <dgm:t>
        <a:bodyPr/>
        <a:lstStyle/>
        <a:p>
          <a:endParaRPr lang="en-US"/>
        </a:p>
      </dgm:t>
    </dgm:pt>
    <dgm:pt modelId="{65A95324-3F1B-4A9F-93DE-8051551C1C4A}">
      <dgm:prSet/>
      <dgm:spPr/>
      <dgm:t>
        <a:bodyPr/>
        <a:lstStyle/>
        <a:p>
          <a:r>
            <a:rPr lang="en-IN"/>
            <a:t>Recruitment pipeline</a:t>
          </a:r>
          <a:endParaRPr lang="en-US"/>
        </a:p>
      </dgm:t>
    </dgm:pt>
    <dgm:pt modelId="{C2EBFCDC-E311-4BA3-8AC9-E6383DC28707}" type="parTrans" cxnId="{E57D51E1-47BD-45A2-86FA-C1F8FBEED288}">
      <dgm:prSet/>
      <dgm:spPr/>
      <dgm:t>
        <a:bodyPr/>
        <a:lstStyle/>
        <a:p>
          <a:endParaRPr lang="en-US"/>
        </a:p>
      </dgm:t>
    </dgm:pt>
    <dgm:pt modelId="{40894956-D801-4942-B427-CC476D96BA77}" type="sibTrans" cxnId="{E57D51E1-47BD-45A2-86FA-C1F8FBEED288}">
      <dgm:prSet/>
      <dgm:spPr/>
      <dgm:t>
        <a:bodyPr/>
        <a:lstStyle/>
        <a:p>
          <a:endParaRPr lang="en-US"/>
        </a:p>
      </dgm:t>
    </dgm:pt>
    <dgm:pt modelId="{58CF8168-3E27-4AF0-9FE4-5F3CA3E76391}" type="pres">
      <dgm:prSet presAssocID="{2E527EC0-B875-45A0-86FF-2F235803853C}" presName="root" presStyleCnt="0">
        <dgm:presLayoutVars>
          <dgm:dir/>
          <dgm:resizeHandles val="exact"/>
        </dgm:presLayoutVars>
      </dgm:prSet>
      <dgm:spPr/>
    </dgm:pt>
    <dgm:pt modelId="{2E2AD65D-B0AD-43D4-9EF3-08964EFFC436}" type="pres">
      <dgm:prSet presAssocID="{1BF43089-9905-4C2E-8251-915221EC5995}" presName="compNode" presStyleCnt="0"/>
      <dgm:spPr/>
    </dgm:pt>
    <dgm:pt modelId="{E8C8B2C5-B28A-4AEB-AC3B-3D805CBAEFC6}" type="pres">
      <dgm:prSet presAssocID="{1BF43089-9905-4C2E-8251-915221EC599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64E44D0-6AFE-43EC-8C4A-F660FBDD735C}" type="pres">
      <dgm:prSet presAssocID="{1BF43089-9905-4C2E-8251-915221EC5995}" presName="iconSpace" presStyleCnt="0"/>
      <dgm:spPr/>
    </dgm:pt>
    <dgm:pt modelId="{E0201C11-A3E2-41EE-B8C2-D3718EFFE7E7}" type="pres">
      <dgm:prSet presAssocID="{1BF43089-9905-4C2E-8251-915221EC5995}" presName="parTx" presStyleLbl="revTx" presStyleIdx="0" presStyleCnt="4">
        <dgm:presLayoutVars>
          <dgm:chMax val="0"/>
          <dgm:chPref val="0"/>
        </dgm:presLayoutVars>
      </dgm:prSet>
      <dgm:spPr/>
    </dgm:pt>
    <dgm:pt modelId="{426D4A2C-F673-4D6E-BDAF-0EE20A7083DC}" type="pres">
      <dgm:prSet presAssocID="{1BF43089-9905-4C2E-8251-915221EC5995}" presName="txSpace" presStyleCnt="0"/>
      <dgm:spPr/>
    </dgm:pt>
    <dgm:pt modelId="{0DF8E31F-DC09-4BC9-AA03-C2C6AA47F93D}" type="pres">
      <dgm:prSet presAssocID="{1BF43089-9905-4C2E-8251-915221EC5995}" presName="desTx" presStyleLbl="revTx" presStyleIdx="1" presStyleCnt="4">
        <dgm:presLayoutVars/>
      </dgm:prSet>
      <dgm:spPr/>
    </dgm:pt>
    <dgm:pt modelId="{2FB5B6B0-1C8D-4AC7-8809-FABE27AC0BD4}" type="pres">
      <dgm:prSet presAssocID="{B05AAA7B-DF6C-4B6A-872B-D4BB4A90F5A1}" presName="sibTrans" presStyleCnt="0"/>
      <dgm:spPr/>
    </dgm:pt>
    <dgm:pt modelId="{486552CA-E089-4AAC-AF0E-E4D8AFB1C50B}" type="pres">
      <dgm:prSet presAssocID="{981B06B2-F887-411F-9ACB-63652B3E5601}" presName="compNode" presStyleCnt="0"/>
      <dgm:spPr/>
    </dgm:pt>
    <dgm:pt modelId="{CCE65350-8CC8-4D3E-8879-5401D40B8129}" type="pres">
      <dgm:prSet presAssocID="{981B06B2-F887-411F-9ACB-63652B3E56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6206804-596A-4F16-90D7-F0A6DE41E10B}" type="pres">
      <dgm:prSet presAssocID="{981B06B2-F887-411F-9ACB-63652B3E5601}" presName="iconSpace" presStyleCnt="0"/>
      <dgm:spPr/>
    </dgm:pt>
    <dgm:pt modelId="{CE27C3E4-0E56-4D08-9C90-53E7EE1A98DB}" type="pres">
      <dgm:prSet presAssocID="{981B06B2-F887-411F-9ACB-63652B3E5601}" presName="parTx" presStyleLbl="revTx" presStyleIdx="2" presStyleCnt="4">
        <dgm:presLayoutVars>
          <dgm:chMax val="0"/>
          <dgm:chPref val="0"/>
        </dgm:presLayoutVars>
      </dgm:prSet>
      <dgm:spPr/>
    </dgm:pt>
    <dgm:pt modelId="{0159FEE2-B4EB-48A2-8AF1-87797E008292}" type="pres">
      <dgm:prSet presAssocID="{981B06B2-F887-411F-9ACB-63652B3E5601}" presName="txSpace" presStyleCnt="0"/>
      <dgm:spPr/>
    </dgm:pt>
    <dgm:pt modelId="{7CCC9854-FEC7-4C39-AC2D-CA748AACB74B}" type="pres">
      <dgm:prSet presAssocID="{981B06B2-F887-411F-9ACB-63652B3E5601}" presName="desTx" presStyleLbl="revTx" presStyleIdx="3" presStyleCnt="4">
        <dgm:presLayoutVars/>
      </dgm:prSet>
      <dgm:spPr/>
    </dgm:pt>
  </dgm:ptLst>
  <dgm:cxnLst>
    <dgm:cxn modelId="{5566431D-907F-4C31-8307-DC662F5F65F1}" type="presOf" srcId="{981B06B2-F887-411F-9ACB-63652B3E5601}" destId="{CE27C3E4-0E56-4D08-9C90-53E7EE1A98DB}" srcOrd="0" destOrd="0" presId="urn:microsoft.com/office/officeart/2018/5/layout/CenteredIconLabelDescriptionList"/>
    <dgm:cxn modelId="{3AE0AC21-8084-4124-93A5-7C063F6D88AC}" srcId="{1BF43089-9905-4C2E-8251-915221EC5995}" destId="{0BDB320D-D20C-483D-85B3-2F6C041EB05F}" srcOrd="1" destOrd="0" parTransId="{BA27A3F0-9747-4E58-A3A0-DFEEC14BD118}" sibTransId="{A31BF2B9-3825-4BD8-AC84-363A5137D9DA}"/>
    <dgm:cxn modelId="{8240443A-53E3-43C1-85B3-626919C4E99E}" srcId="{2E527EC0-B875-45A0-86FF-2F235803853C}" destId="{981B06B2-F887-411F-9ACB-63652B3E5601}" srcOrd="1" destOrd="0" parTransId="{B78F5A41-D83D-4BB0-8D9F-DA63089E8334}" sibTransId="{C461D226-D80A-4CD0-AAB1-F56BB2C4D8DF}"/>
    <dgm:cxn modelId="{7E10EA4A-E9A0-4E38-8559-2287BEE2509B}" type="presOf" srcId="{89D3B4CB-F82E-4CAC-AA3A-A67325698645}" destId="{0DF8E31F-DC09-4BC9-AA03-C2C6AA47F93D}" srcOrd="0" destOrd="0" presId="urn:microsoft.com/office/officeart/2018/5/layout/CenteredIconLabelDescriptionList"/>
    <dgm:cxn modelId="{210A946E-19C7-45C9-BD7E-3459E5AD0C42}" type="presOf" srcId="{0BDB320D-D20C-483D-85B3-2F6C041EB05F}" destId="{0DF8E31F-DC09-4BC9-AA03-C2C6AA47F93D}" srcOrd="0" destOrd="1" presId="urn:microsoft.com/office/officeart/2018/5/layout/CenteredIconLabelDescriptionList"/>
    <dgm:cxn modelId="{E039C880-0C87-446E-B2CD-8E56554ECD8C}" srcId="{2E527EC0-B875-45A0-86FF-2F235803853C}" destId="{1BF43089-9905-4C2E-8251-915221EC5995}" srcOrd="0" destOrd="0" parTransId="{BA8C13DD-1DA3-49CC-9773-5FA37F9F7A12}" sibTransId="{B05AAA7B-DF6C-4B6A-872B-D4BB4A90F5A1}"/>
    <dgm:cxn modelId="{86320191-DF25-4370-B80B-5E108A5D55C4}" type="presOf" srcId="{2E527EC0-B875-45A0-86FF-2F235803853C}" destId="{58CF8168-3E27-4AF0-9FE4-5F3CA3E76391}" srcOrd="0" destOrd="0" presId="urn:microsoft.com/office/officeart/2018/5/layout/CenteredIconLabelDescriptionList"/>
    <dgm:cxn modelId="{ABDC4899-5CFE-4DEB-832F-D14B46518682}" type="presOf" srcId="{1BF43089-9905-4C2E-8251-915221EC5995}" destId="{E0201C11-A3E2-41EE-B8C2-D3718EFFE7E7}" srcOrd="0" destOrd="0" presId="urn:microsoft.com/office/officeart/2018/5/layout/CenteredIconLabelDescriptionList"/>
    <dgm:cxn modelId="{26FBAE9D-326D-4AF6-844C-846C525A4ABB}" srcId="{1BF43089-9905-4C2E-8251-915221EC5995}" destId="{89D3B4CB-F82E-4CAC-AA3A-A67325698645}" srcOrd="0" destOrd="0" parTransId="{1438EAD3-3B39-4101-B790-2BE4081E3425}" sibTransId="{17CD7A66-75E7-4F4F-8BBD-170F3E8034EC}"/>
    <dgm:cxn modelId="{B7EEB4D4-070A-4A1A-B3F3-EC70B8602376}" type="presOf" srcId="{65A95324-3F1B-4A9F-93DE-8051551C1C4A}" destId="{7CCC9854-FEC7-4C39-AC2D-CA748AACB74B}" srcOrd="0" destOrd="0" presId="urn:microsoft.com/office/officeart/2018/5/layout/CenteredIconLabelDescriptionList"/>
    <dgm:cxn modelId="{E57D51E1-47BD-45A2-86FA-C1F8FBEED288}" srcId="{981B06B2-F887-411F-9ACB-63652B3E5601}" destId="{65A95324-3F1B-4A9F-93DE-8051551C1C4A}" srcOrd="0" destOrd="0" parTransId="{C2EBFCDC-E311-4BA3-8AC9-E6383DC28707}" sibTransId="{40894956-D801-4942-B427-CC476D96BA77}"/>
    <dgm:cxn modelId="{23E4CB46-2AD9-441B-9366-7826CA34E057}" type="presParOf" srcId="{58CF8168-3E27-4AF0-9FE4-5F3CA3E76391}" destId="{2E2AD65D-B0AD-43D4-9EF3-08964EFFC436}" srcOrd="0" destOrd="0" presId="urn:microsoft.com/office/officeart/2018/5/layout/CenteredIconLabelDescriptionList"/>
    <dgm:cxn modelId="{FF050EA9-1826-4E56-8C7B-C71A10CAB2AD}" type="presParOf" srcId="{2E2AD65D-B0AD-43D4-9EF3-08964EFFC436}" destId="{E8C8B2C5-B28A-4AEB-AC3B-3D805CBAEFC6}" srcOrd="0" destOrd="0" presId="urn:microsoft.com/office/officeart/2018/5/layout/CenteredIconLabelDescriptionList"/>
    <dgm:cxn modelId="{C56CCA0D-6D30-4B72-8DEA-4F78168CC5EC}" type="presParOf" srcId="{2E2AD65D-B0AD-43D4-9EF3-08964EFFC436}" destId="{064E44D0-6AFE-43EC-8C4A-F660FBDD735C}" srcOrd="1" destOrd="0" presId="urn:microsoft.com/office/officeart/2018/5/layout/CenteredIconLabelDescriptionList"/>
    <dgm:cxn modelId="{2DF70D9E-8093-4DD6-BE02-F1A9433F136F}" type="presParOf" srcId="{2E2AD65D-B0AD-43D4-9EF3-08964EFFC436}" destId="{E0201C11-A3E2-41EE-B8C2-D3718EFFE7E7}" srcOrd="2" destOrd="0" presId="urn:microsoft.com/office/officeart/2018/5/layout/CenteredIconLabelDescriptionList"/>
    <dgm:cxn modelId="{C658C1A9-1D14-4DB3-8421-27684DAF7305}" type="presParOf" srcId="{2E2AD65D-B0AD-43D4-9EF3-08964EFFC436}" destId="{426D4A2C-F673-4D6E-BDAF-0EE20A7083DC}" srcOrd="3" destOrd="0" presId="urn:microsoft.com/office/officeart/2018/5/layout/CenteredIconLabelDescriptionList"/>
    <dgm:cxn modelId="{DA842AD7-E8F5-4E4E-9B74-12452CE27295}" type="presParOf" srcId="{2E2AD65D-B0AD-43D4-9EF3-08964EFFC436}" destId="{0DF8E31F-DC09-4BC9-AA03-C2C6AA47F93D}" srcOrd="4" destOrd="0" presId="urn:microsoft.com/office/officeart/2018/5/layout/CenteredIconLabelDescriptionList"/>
    <dgm:cxn modelId="{E3C6140A-CB12-4193-BDBB-0CFC5A67931D}" type="presParOf" srcId="{58CF8168-3E27-4AF0-9FE4-5F3CA3E76391}" destId="{2FB5B6B0-1C8D-4AC7-8809-FABE27AC0BD4}" srcOrd="1" destOrd="0" presId="urn:microsoft.com/office/officeart/2018/5/layout/CenteredIconLabelDescriptionList"/>
    <dgm:cxn modelId="{82762E48-6D1A-437F-A658-E0902E144903}" type="presParOf" srcId="{58CF8168-3E27-4AF0-9FE4-5F3CA3E76391}" destId="{486552CA-E089-4AAC-AF0E-E4D8AFB1C50B}" srcOrd="2" destOrd="0" presId="urn:microsoft.com/office/officeart/2018/5/layout/CenteredIconLabelDescriptionList"/>
    <dgm:cxn modelId="{EF78458F-5D76-4E42-B832-2C26C3D878DE}" type="presParOf" srcId="{486552CA-E089-4AAC-AF0E-E4D8AFB1C50B}" destId="{CCE65350-8CC8-4D3E-8879-5401D40B8129}" srcOrd="0" destOrd="0" presId="urn:microsoft.com/office/officeart/2018/5/layout/CenteredIconLabelDescriptionList"/>
    <dgm:cxn modelId="{67AF5B1A-7373-4B45-A9FA-0E698CDC68F4}" type="presParOf" srcId="{486552CA-E089-4AAC-AF0E-E4D8AFB1C50B}" destId="{D6206804-596A-4F16-90D7-F0A6DE41E10B}" srcOrd="1" destOrd="0" presId="urn:microsoft.com/office/officeart/2018/5/layout/CenteredIconLabelDescriptionList"/>
    <dgm:cxn modelId="{E06AB846-7FE8-44C4-A61D-C03E9D27E130}" type="presParOf" srcId="{486552CA-E089-4AAC-AF0E-E4D8AFB1C50B}" destId="{CE27C3E4-0E56-4D08-9C90-53E7EE1A98DB}" srcOrd="2" destOrd="0" presId="urn:microsoft.com/office/officeart/2018/5/layout/CenteredIconLabelDescriptionList"/>
    <dgm:cxn modelId="{13D600AA-DCC4-45DA-8C40-2FA947164870}" type="presParOf" srcId="{486552CA-E089-4AAC-AF0E-E4D8AFB1C50B}" destId="{0159FEE2-B4EB-48A2-8AF1-87797E008292}" srcOrd="3" destOrd="0" presId="urn:microsoft.com/office/officeart/2018/5/layout/CenteredIconLabelDescriptionList"/>
    <dgm:cxn modelId="{6E8C828C-84C2-40B9-8406-158039B740A1}" type="presParOf" srcId="{486552CA-E089-4AAC-AF0E-E4D8AFB1C50B}" destId="{7CCC9854-FEC7-4C39-AC2D-CA748AACB74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7F103A-20E5-436F-9DDE-BD441EA2414A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F3EF1-9FD5-4B86-8390-53A053441033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CAF25-EDAA-423D-81D3-C04779A3A37C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Unified HRMS + ERP + Communication platform</a:t>
          </a:r>
        </a:p>
      </dsp:txBody>
      <dsp:txXfrm>
        <a:off x="569079" y="2644614"/>
        <a:ext cx="2072362" cy="720000"/>
      </dsp:txXfrm>
    </dsp:sp>
    <dsp:sp modelId="{FB94B5C3-170F-4CEC-8CC6-E0E16DDBF8D4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431BC-76B5-4797-8211-09ECA129C6C1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9979-3FE5-458E-9535-227CBEFE111B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Fully automated employee lifecycle</a:t>
          </a:r>
        </a:p>
      </dsp:txBody>
      <dsp:txXfrm>
        <a:off x="3004105" y="2644614"/>
        <a:ext cx="2072362" cy="720000"/>
      </dsp:txXfrm>
    </dsp:sp>
    <dsp:sp modelId="{FC0291FF-3D73-4968-9EAB-B711F256EC9F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56261-813B-4691-8718-FE137EF60725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EE98C-E986-4991-A822-E8AAE0CDB7D9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Real-time updates &amp; notifications</a:t>
          </a:r>
        </a:p>
      </dsp:txBody>
      <dsp:txXfrm>
        <a:off x="5439131" y="2644614"/>
        <a:ext cx="2072362" cy="720000"/>
      </dsp:txXfrm>
    </dsp:sp>
    <dsp:sp modelId="{8C1D6419-F64F-4C12-8434-9C0EBF7B4E8D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AD4FE-5918-4C46-AC46-7C5754F2E9C1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03AF4-D855-46D6-ACE7-A2334CA4038E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Modern SaaS-grade UI</a:t>
          </a:r>
        </a:p>
      </dsp:txBody>
      <dsp:txXfrm>
        <a:off x="7874157" y="2644614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EB55A-CBD9-4EF8-8D17-0C501BB57105}">
      <dsp:nvSpPr>
        <dsp:cNvPr id="0" name=""/>
        <dsp:cNvSpPr/>
      </dsp:nvSpPr>
      <dsp:spPr>
        <a:xfrm>
          <a:off x="0" y="1099057"/>
          <a:ext cx="482817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A66AD-86DD-4BF8-97BF-DFF667F46926}">
      <dsp:nvSpPr>
        <dsp:cNvPr id="0" name=""/>
        <dsp:cNvSpPr/>
      </dsp:nvSpPr>
      <dsp:spPr>
        <a:xfrm>
          <a:off x="241408" y="833377"/>
          <a:ext cx="33797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5" tIns="0" rIns="1277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Architecture: Modular Monolith</a:t>
          </a:r>
          <a:endParaRPr lang="en-US" sz="1800" kern="1200"/>
        </a:p>
      </dsp:txBody>
      <dsp:txXfrm>
        <a:off x="267347" y="859316"/>
        <a:ext cx="3327842" cy="479482"/>
      </dsp:txXfrm>
    </dsp:sp>
    <dsp:sp modelId="{C251C37E-527C-47B3-8D16-3195DCE0844D}">
      <dsp:nvSpPr>
        <dsp:cNvPr id="0" name=""/>
        <dsp:cNvSpPr/>
      </dsp:nvSpPr>
      <dsp:spPr>
        <a:xfrm>
          <a:off x="0" y="1915537"/>
          <a:ext cx="482817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85D1A-91B4-45A7-B0C0-8CD79BC39747}">
      <dsp:nvSpPr>
        <dsp:cNvPr id="0" name=""/>
        <dsp:cNvSpPr/>
      </dsp:nvSpPr>
      <dsp:spPr>
        <a:xfrm>
          <a:off x="241408" y="1649857"/>
          <a:ext cx="33797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5" tIns="0" rIns="1277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Frontend: React + Vite (SPA)</a:t>
          </a:r>
          <a:endParaRPr lang="en-US" sz="1800" kern="1200"/>
        </a:p>
      </dsp:txBody>
      <dsp:txXfrm>
        <a:off x="267347" y="1675796"/>
        <a:ext cx="3327842" cy="479482"/>
      </dsp:txXfrm>
    </dsp:sp>
    <dsp:sp modelId="{2AF5611B-4C7F-42F9-9C2B-AF34115FC7CD}">
      <dsp:nvSpPr>
        <dsp:cNvPr id="0" name=""/>
        <dsp:cNvSpPr/>
      </dsp:nvSpPr>
      <dsp:spPr>
        <a:xfrm>
          <a:off x="0" y="2732017"/>
          <a:ext cx="482817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939A1-07E0-4BD7-AA1E-EA1ACB64DA66}">
      <dsp:nvSpPr>
        <dsp:cNvPr id="0" name=""/>
        <dsp:cNvSpPr/>
      </dsp:nvSpPr>
      <dsp:spPr>
        <a:xfrm>
          <a:off x="241408" y="2466337"/>
          <a:ext cx="33797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5" tIns="0" rIns="1277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Backend: Node.js + Express</a:t>
          </a:r>
          <a:endParaRPr lang="en-US" sz="1800" kern="1200"/>
        </a:p>
      </dsp:txBody>
      <dsp:txXfrm>
        <a:off x="267347" y="2492276"/>
        <a:ext cx="3327842" cy="479482"/>
      </dsp:txXfrm>
    </dsp:sp>
    <dsp:sp modelId="{D836B887-DD90-42BC-975B-D5B51EE58FB6}">
      <dsp:nvSpPr>
        <dsp:cNvPr id="0" name=""/>
        <dsp:cNvSpPr/>
      </dsp:nvSpPr>
      <dsp:spPr>
        <a:xfrm>
          <a:off x="0" y="3548497"/>
          <a:ext cx="482817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FEFF3-E25D-4611-B277-EDF77B968159}">
      <dsp:nvSpPr>
        <dsp:cNvPr id="0" name=""/>
        <dsp:cNvSpPr/>
      </dsp:nvSpPr>
      <dsp:spPr>
        <a:xfrm>
          <a:off x="241408" y="3282817"/>
          <a:ext cx="33797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5" tIns="0" rIns="1277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Real-time: Socket.io</a:t>
          </a:r>
          <a:endParaRPr lang="en-US" sz="1800" kern="1200"/>
        </a:p>
      </dsp:txBody>
      <dsp:txXfrm>
        <a:off x="267347" y="3308756"/>
        <a:ext cx="3327842" cy="479482"/>
      </dsp:txXfrm>
    </dsp:sp>
    <dsp:sp modelId="{31C1702D-53FD-462C-BB71-B069C43A4C0F}">
      <dsp:nvSpPr>
        <dsp:cNvPr id="0" name=""/>
        <dsp:cNvSpPr/>
      </dsp:nvSpPr>
      <dsp:spPr>
        <a:xfrm>
          <a:off x="0" y="4364977"/>
          <a:ext cx="482817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6E139-8116-4243-B676-08076F6A3293}">
      <dsp:nvSpPr>
        <dsp:cNvPr id="0" name=""/>
        <dsp:cNvSpPr/>
      </dsp:nvSpPr>
      <dsp:spPr>
        <a:xfrm>
          <a:off x="241408" y="4099297"/>
          <a:ext cx="33797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5" tIns="0" rIns="1277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Storage: MongoDB Atlas</a:t>
          </a:r>
          <a:endParaRPr lang="en-US" sz="1800" kern="1200"/>
        </a:p>
      </dsp:txBody>
      <dsp:txXfrm>
        <a:off x="267347" y="4125236"/>
        <a:ext cx="3327842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1FF74-26F2-408A-B5DD-2F1BF5342DF2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React 19, Vite, Recharts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Context API</a:t>
          </a:r>
          <a:endParaRPr lang="en-US" sz="1500" kern="1200"/>
        </a:p>
      </dsp:txBody>
      <dsp:txXfrm>
        <a:off x="2103120" y="2007"/>
        <a:ext cx="8412480" cy="1040029"/>
      </dsp:txXfrm>
    </dsp:sp>
    <dsp:sp modelId="{E0E2B3F5-CF4C-4B36-AAAC-116C48D131BA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Frontend</a:t>
          </a:r>
          <a:endParaRPr lang="en-US" sz="1900" kern="1200"/>
        </a:p>
      </dsp:txBody>
      <dsp:txXfrm>
        <a:off x="0" y="2007"/>
        <a:ext cx="2103120" cy="1040029"/>
      </dsp:txXfrm>
    </dsp:sp>
    <dsp:sp modelId="{213E5202-CEDA-45B5-8CC6-407FC850CA47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Node.js, Express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Node-Cron</a:t>
          </a:r>
          <a:endParaRPr lang="en-US" sz="1500" kern="1200"/>
        </a:p>
      </dsp:txBody>
      <dsp:txXfrm>
        <a:off x="2103120" y="1104438"/>
        <a:ext cx="8412480" cy="1040029"/>
      </dsp:txXfrm>
    </dsp:sp>
    <dsp:sp modelId="{3B823EB3-E418-4194-A8F7-76C6D35E1283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Backend</a:t>
          </a:r>
          <a:endParaRPr lang="en-US" sz="1900" kern="1200"/>
        </a:p>
      </dsp:txBody>
      <dsp:txXfrm>
        <a:off x="0" y="1104438"/>
        <a:ext cx="2103120" cy="1040029"/>
      </dsp:txXfrm>
    </dsp:sp>
    <dsp:sp modelId="{F1CFA9D2-5449-4BBE-A723-872A10E6FBA7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MongoDB (Mongoose ODM)</a:t>
          </a:r>
          <a:endParaRPr lang="en-US" sz="1500" kern="1200"/>
        </a:p>
      </dsp:txBody>
      <dsp:txXfrm>
        <a:off x="2103120" y="2206869"/>
        <a:ext cx="8412480" cy="1040029"/>
      </dsp:txXfrm>
    </dsp:sp>
    <dsp:sp modelId="{957E9F53-DE81-420B-9B81-66D5DC11A4F3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Database</a:t>
          </a:r>
          <a:endParaRPr lang="en-US" sz="1900" kern="1200"/>
        </a:p>
      </dsp:txBody>
      <dsp:txXfrm>
        <a:off x="0" y="2206869"/>
        <a:ext cx="2103120" cy="1040029"/>
      </dsp:txXfrm>
    </dsp:sp>
    <dsp:sp modelId="{CEFBE3B0-C37D-420C-8369-25A38389907F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Zoom API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Nodemailer</a:t>
          </a:r>
          <a:endParaRPr lang="en-US" sz="1500" kern="1200"/>
        </a:p>
      </dsp:txBody>
      <dsp:txXfrm>
        <a:off x="2103120" y="3309300"/>
        <a:ext cx="8412480" cy="1040029"/>
      </dsp:txXfrm>
    </dsp:sp>
    <dsp:sp modelId="{E092A16F-4805-408C-B790-CACD20184ADA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Integrations</a:t>
          </a:r>
          <a:endParaRPr lang="en-US" sz="1900" kern="1200"/>
        </a:p>
      </dsp:txBody>
      <dsp:txXfrm>
        <a:off x="0" y="3309300"/>
        <a:ext cx="2103120" cy="1040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DB09B-1D97-450C-ADE6-C08DE32CBD00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628DF-DCE9-45B9-99D6-586B8EA11173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155A2-6B49-46E9-8B89-D22478BAFEDE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Smart Attendance (calendar tracking)</a:t>
          </a:r>
          <a:endParaRPr lang="en-US" sz="1500" kern="1200"/>
        </a:p>
      </dsp:txBody>
      <dsp:txXfrm>
        <a:off x="127800" y="2535669"/>
        <a:ext cx="1800000" cy="720000"/>
      </dsp:txXfrm>
    </dsp:sp>
    <dsp:sp modelId="{82D51891-5E6A-43A4-8012-FC9B1E36D547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76598-1F15-47FA-B6FF-9D4A3B42C1AB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5EFE2-2D41-44AA-BEDF-91DABA349CEA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Automated Payroll Engine</a:t>
          </a:r>
          <a:endParaRPr lang="en-US" sz="1500" kern="1200"/>
        </a:p>
      </dsp:txBody>
      <dsp:txXfrm>
        <a:off x="2242800" y="2535669"/>
        <a:ext cx="1800000" cy="720000"/>
      </dsp:txXfrm>
    </dsp:sp>
    <dsp:sp modelId="{AE48B2EA-A9D3-496B-90E2-AFAB57DBEA86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7D204-0CE1-40A2-89A5-F123134EE0C1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5D07A-9A0E-4227-988B-3849B5237332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Internal Messaging System</a:t>
          </a:r>
          <a:endParaRPr lang="en-US" sz="1500" kern="1200"/>
        </a:p>
      </dsp:txBody>
      <dsp:txXfrm>
        <a:off x="4357800" y="2535669"/>
        <a:ext cx="1800000" cy="720000"/>
      </dsp:txXfrm>
    </dsp:sp>
    <dsp:sp modelId="{C0B8BE73-574A-40FD-87B9-E393324F72E1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147B9-DB3A-422A-ACDA-0D6909D5B023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EC7B0-C513-4E3F-9FE5-F82B66997745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AI Chatbot (engagement)</a:t>
          </a:r>
          <a:endParaRPr lang="en-US" sz="1500" kern="1200"/>
        </a:p>
      </dsp:txBody>
      <dsp:txXfrm>
        <a:off x="6472800" y="2535669"/>
        <a:ext cx="1800000" cy="720000"/>
      </dsp:txXfrm>
    </dsp:sp>
    <dsp:sp modelId="{05DA91B1-329C-4B5A-B71E-E80E6058F485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838F0-E258-4D1E-89AC-24BBB1348EEA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B9448-FA68-4D6F-A6B3-8DB2CA298AEF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IT Support Ticketing</a:t>
          </a:r>
          <a:endParaRPr lang="en-US" sz="1500" kern="1200"/>
        </a:p>
      </dsp:txBody>
      <dsp:txXfrm>
        <a:off x="8587800" y="2535669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8745B-9688-48BA-B00D-50D194CACA71}">
      <dsp:nvSpPr>
        <dsp:cNvPr id="0" name=""/>
        <dsp:cNvSpPr/>
      </dsp:nvSpPr>
      <dsp:spPr>
        <a:xfrm>
          <a:off x="1963800" y="36570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59AAD-ECDD-4345-8E13-14903A498508}">
      <dsp:nvSpPr>
        <dsp:cNvPr id="0" name=""/>
        <dsp:cNvSpPr/>
      </dsp:nvSpPr>
      <dsp:spPr>
        <a:xfrm>
          <a:off x="559800" y="20333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Database</a:t>
          </a:r>
          <a:endParaRPr lang="en-US" sz="3600" kern="1200"/>
        </a:p>
      </dsp:txBody>
      <dsp:txXfrm>
        <a:off x="559800" y="2033362"/>
        <a:ext cx="4320000" cy="648000"/>
      </dsp:txXfrm>
    </dsp:sp>
    <dsp:sp modelId="{74F5F83C-1B87-4BE2-BBF0-613D57B11590}">
      <dsp:nvSpPr>
        <dsp:cNvPr id="0" name=""/>
        <dsp:cNvSpPr/>
      </dsp:nvSpPr>
      <dsp:spPr>
        <a:xfrm>
          <a:off x="559800" y="2753761"/>
          <a:ext cx="4320000" cy="1231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25+ collections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Indexed audit logs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Scalable schema</a:t>
          </a:r>
          <a:endParaRPr lang="en-US" sz="1700" kern="1200"/>
        </a:p>
      </dsp:txBody>
      <dsp:txXfrm>
        <a:off x="559800" y="2753761"/>
        <a:ext cx="4320000" cy="1231870"/>
      </dsp:txXfrm>
    </dsp:sp>
    <dsp:sp modelId="{CD42608C-EE1D-4BFC-85C5-EEC38361940C}">
      <dsp:nvSpPr>
        <dsp:cNvPr id="0" name=""/>
        <dsp:cNvSpPr/>
      </dsp:nvSpPr>
      <dsp:spPr>
        <a:xfrm>
          <a:off x="7039800" y="36570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5BD2E-EE9D-4400-BB06-A8FBCE180807}">
      <dsp:nvSpPr>
        <dsp:cNvPr id="0" name=""/>
        <dsp:cNvSpPr/>
      </dsp:nvSpPr>
      <dsp:spPr>
        <a:xfrm>
          <a:off x="5635800" y="20333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API</a:t>
          </a:r>
          <a:endParaRPr lang="en-US" sz="3600" kern="1200"/>
        </a:p>
      </dsp:txBody>
      <dsp:txXfrm>
        <a:off x="5635800" y="2033362"/>
        <a:ext cx="4320000" cy="648000"/>
      </dsp:txXfrm>
    </dsp:sp>
    <dsp:sp modelId="{05C9E0F7-3AD2-4272-9734-FAB8B8026EC7}">
      <dsp:nvSpPr>
        <dsp:cNvPr id="0" name=""/>
        <dsp:cNvSpPr/>
      </dsp:nvSpPr>
      <dsp:spPr>
        <a:xfrm>
          <a:off x="5635800" y="2753761"/>
          <a:ext cx="4320000" cy="1231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RESTful design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JWT authentication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RBAC authorization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Input validation</a:t>
          </a:r>
          <a:endParaRPr lang="en-US" sz="1700" kern="1200"/>
        </a:p>
      </dsp:txBody>
      <dsp:txXfrm>
        <a:off x="5635800" y="2753761"/>
        <a:ext cx="4320000" cy="12318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8B2C5-B28A-4AEB-AC3B-3D805CBAEFC6}">
      <dsp:nvSpPr>
        <dsp:cNvPr id="0" name=""/>
        <dsp:cNvSpPr/>
      </dsp:nvSpPr>
      <dsp:spPr>
        <a:xfrm>
          <a:off x="1963800" y="71856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01C11-A3E2-41EE-B8C2-D3718EFFE7E7}">
      <dsp:nvSpPr>
        <dsp:cNvPr id="0" name=""/>
        <dsp:cNvSpPr/>
      </dsp:nvSpPr>
      <dsp:spPr>
        <a:xfrm>
          <a:off x="559800" y="235587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300" b="1" kern="1200"/>
            <a:t>Impact</a:t>
          </a:r>
          <a:endParaRPr lang="en-US" sz="3300" kern="1200"/>
        </a:p>
      </dsp:txBody>
      <dsp:txXfrm>
        <a:off x="559800" y="2355876"/>
        <a:ext cx="4320000" cy="648000"/>
      </dsp:txXfrm>
    </dsp:sp>
    <dsp:sp modelId="{0DF8E31F-DC09-4BC9-AA03-C2C6AA47F93D}">
      <dsp:nvSpPr>
        <dsp:cNvPr id="0" name=""/>
        <dsp:cNvSpPr/>
      </dsp:nvSpPr>
      <dsp:spPr>
        <a:xfrm>
          <a:off x="559800" y="3062160"/>
          <a:ext cx="4320000" cy="570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40% reduction in manual HR work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60% faster internal communication</a:t>
          </a:r>
          <a:endParaRPr lang="en-US" sz="1700" kern="1200"/>
        </a:p>
      </dsp:txBody>
      <dsp:txXfrm>
        <a:off x="559800" y="3062160"/>
        <a:ext cx="4320000" cy="570611"/>
      </dsp:txXfrm>
    </dsp:sp>
    <dsp:sp modelId="{CCE65350-8CC8-4D3E-8879-5401D40B8129}">
      <dsp:nvSpPr>
        <dsp:cNvPr id="0" name=""/>
        <dsp:cNvSpPr/>
      </dsp:nvSpPr>
      <dsp:spPr>
        <a:xfrm>
          <a:off x="7039800" y="71856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7C3E4-0E56-4D08-9C90-53E7EE1A98DB}">
      <dsp:nvSpPr>
        <dsp:cNvPr id="0" name=""/>
        <dsp:cNvSpPr/>
      </dsp:nvSpPr>
      <dsp:spPr>
        <a:xfrm>
          <a:off x="5635800" y="235587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300" b="1" kern="1200"/>
            <a:t>Future Enhancements</a:t>
          </a:r>
          <a:endParaRPr lang="en-US" sz="3300" kern="1200"/>
        </a:p>
      </dsp:txBody>
      <dsp:txXfrm>
        <a:off x="5635800" y="2355876"/>
        <a:ext cx="4320000" cy="648000"/>
      </dsp:txXfrm>
    </dsp:sp>
    <dsp:sp modelId="{7CCC9854-FEC7-4C39-AC2D-CA748AACB74B}">
      <dsp:nvSpPr>
        <dsp:cNvPr id="0" name=""/>
        <dsp:cNvSpPr/>
      </dsp:nvSpPr>
      <dsp:spPr>
        <a:xfrm>
          <a:off x="5635800" y="3062160"/>
          <a:ext cx="4320000" cy="570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Recruitment pipeline</a:t>
          </a:r>
          <a:endParaRPr lang="en-US" sz="1700" kern="1200"/>
        </a:p>
      </dsp:txBody>
      <dsp:txXfrm>
        <a:off x="5635800" y="3062160"/>
        <a:ext cx="4320000" cy="570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2FD7-183B-5FA3-A381-FCA1C590D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62F8D-9B05-B423-181F-FEDF6C94F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B884-8881-9D13-A507-A5474C08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B2A66-05A2-5D65-58C3-7B4202BC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0A1B-E7DC-6AE6-D405-8497F200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57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1027-26C3-FC4D-2779-AA5C146C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7017-4484-24A7-1504-3AFFCF03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7E18-04F3-6682-367B-44F7364F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D7D3E-193B-B5CF-BCD0-A59FB8B6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B8CE-1EBE-7898-0AF7-DFE3EA11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49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F17A-061A-B69E-7ADD-5502DC42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4C084-C1DE-86E5-DE29-8DA1A3F6B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9D212-47A4-3346-8683-8C17DD26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F21E8-F7D9-A77A-F44F-1BF8C9CC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E708-6379-6048-EA65-C9C69681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3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E38C-2BC6-DC1E-7483-A1FA77CB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BE4A-27CA-8598-4B81-28B6D7213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BD19A-7FE3-32AD-332C-7BF6420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347A7-2754-F126-2695-F2BC160B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DB6CE-8E08-EB4C-10EB-4B41E69F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C0209-2F32-C767-31E8-43485929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1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B747-8E8E-735C-382D-422C0249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7BA6E-C549-C84D-AF5F-4DFD9CE0B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C916-5A81-DCD8-3226-4F167279E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EBC9B-693A-52D7-4064-EB25FE6D7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8C766-F665-1AE6-2F52-C92459700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0F7CB-13C6-1335-E112-0C8DF878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7EAA6-4621-B2B6-2EC2-B15E29D0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7CD42B-9A55-50EF-7B96-FB26AF14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75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A36E-50DC-A9E1-8251-E544BF17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A373E-B8C9-2726-8A05-28ED05B6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B451D-94A3-5501-8AA7-B8DEBC70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F1178-4AF0-A47A-F119-1A107B8B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1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907584-1AEF-CDDD-7A82-69BB814B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FA4DD-EE28-E48E-121A-F190CE5A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0D09D-3112-0FCD-F82C-22B82B8F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87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D59A-BFFF-FF7B-CF6A-D4F6167B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749DD-5218-3C2F-FF66-4CEFD12B6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E862B-63CB-270E-413A-6030B78E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35922-E658-022C-3653-FDC1B7EF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0E35A-1021-BE22-EC01-2303A3CF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79FD9-BDF6-A1C2-3F36-40B797C5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7435-7C61-6D5B-29E5-ADF00DEA4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D1E73-90D2-2BC2-1B67-00B688D66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A7D8F-4028-080F-9DB9-5E7951ECC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4888B-0B67-C7EE-B240-DFA8CD8A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BE19A-5102-9D6F-6C06-5CDB2F34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67ACB-D948-E6B5-1EC1-064D4B36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4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D02C-434E-C184-F971-5EB166B6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094F-963C-B431-34B8-08D2E9D58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551A4-F8BC-AE75-49DE-DBF0FA13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AF6DD-89FD-90AF-5078-7B37BDA3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469B8-CDDB-9DA1-AA76-F4755AD1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02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123A9-B2DF-6217-39B1-6CE97F155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0412D-8DA5-5FCB-2A85-56A169631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97A4E-EAA1-E127-51B7-24F5CFB5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EA676-E025-632C-9249-9672C43D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2F30-F7C8-BA5E-DEE1-001936FF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28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F6120-262B-7E0C-3597-6256614A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86317-8BEB-DF29-73E9-F2A94BDF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B88F9-E726-E617-2194-7DC2D12D1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CDB91-BC23-4E70-8F9A-76CCD57A12D5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19080-3EAF-492A-68E1-B753AA334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E81D-800D-99CB-4717-12923FDAF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F5118-A422-4923-9A1C-A7F833B5E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60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0B04E-58D9-6148-7E35-40D46DFF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2" y="590062"/>
            <a:ext cx="5517822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Madura HRMS: The Future of Workforce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2A554-582F-AECA-F507-A3FEE4BD7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2044" y="4698614"/>
            <a:ext cx="5088650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Presented by: </a:t>
            </a:r>
            <a:r>
              <a:rPr lang="en-US" sz="20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Madura Solutions / Sachin K C</a:t>
            </a: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https://hrms-delta-eight.vercel.app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59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8A91B-B505-668F-33C1-43B50376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01022C-5E5F-ABFD-17EE-00BCCEDE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285" y="518400"/>
            <a:ext cx="4818555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Disconnected HR systems (Attendance, Payroll, Finance)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Legacy UI reducing user adoption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Manual processes (Excel, Tally dependency)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Communication gaps using external tools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Business Impact: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Productivity loss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Data inconsistency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Increased operational cost</a:t>
            </a:r>
          </a:p>
          <a:p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72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63EA4-3ADB-4DB6-816E-0D93AF88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Solution Overview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BC048C-6771-0A61-FA54-F56CA417C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30228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532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53D153-BC43-3D3B-FFEA-907F6350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System Architecture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D059D8DB-DBD3-58D7-86B2-BED50A8C0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307248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04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FCE7818-415D-30F8-6D80-B5ABB3A292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4463" b="14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BA1241-574A-2775-0C20-EA448D88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Tech Stack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8308E8F-F877-626B-8A62-AE0FAE65A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9922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9435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0B5CF-D3E5-0186-3F8F-EBDAE56956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9804" b="59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4AB5A-1CE7-E374-F1AF-E745BC3F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Core Features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D11FADA-7D5B-1C55-CB12-1F47B02BF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0880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6449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60E0-0934-E512-1E23-00D4CB8E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IN" sz="3200"/>
              <a:t>User Roles &amp; Workflow</a:t>
            </a:r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163E5BB3-2C62-3927-C183-047FE0D35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32" r="27226" b="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18E391E-20D4-38F6-3C19-0A6E46C95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/>
              <a:t>Roles</a:t>
            </a:r>
            <a:endParaRPr lang="en-IN" sz="2000"/>
          </a:p>
          <a:p>
            <a:pPr lvl="1"/>
            <a:r>
              <a:rPr lang="en-IN" sz="2000"/>
              <a:t>Admin / HR Manager → Full access</a:t>
            </a:r>
          </a:p>
          <a:p>
            <a:pPr lvl="1"/>
            <a:r>
              <a:rPr lang="en-IN" sz="2000"/>
              <a:t>HR Executive → Operations</a:t>
            </a:r>
          </a:p>
          <a:p>
            <a:pPr lvl="1"/>
            <a:r>
              <a:rPr lang="en-IN" sz="2000"/>
              <a:t>Finance → Accounting modules</a:t>
            </a:r>
          </a:p>
          <a:p>
            <a:pPr lvl="1"/>
            <a:r>
              <a:rPr lang="en-IN" sz="2000"/>
              <a:t>Employee → Self-service</a:t>
            </a:r>
          </a:p>
          <a:p>
            <a:pPr marL="0" indent="0">
              <a:buNone/>
            </a:pPr>
            <a:r>
              <a:rPr lang="en-IN" sz="2000" b="1"/>
              <a:t>Workflow Example</a:t>
            </a:r>
            <a:br>
              <a:rPr lang="en-IN" sz="2000"/>
            </a:br>
            <a:r>
              <a:rPr lang="en-IN" sz="2000"/>
              <a:t>	Login → Clock-in → Attendance → Payroll → Payslip → Notification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48531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25E8F-FCA7-79DB-6F54-E8ABA75E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rgbClr val="FFFFFF"/>
                </a:solidFill>
              </a:rPr>
              <a:t>Database &amp; API Design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046964D5-B4B8-576C-52C2-EC0C2BBE8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11393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87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DD9DE-3948-1492-3B9F-DA7E409F5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5000">
                <a:solidFill>
                  <a:srgbClr val="FFFFFF"/>
                </a:solidFill>
              </a:rPr>
              <a:t>Performance, Security &amp; Testing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EFD9C-B990-4F2D-A642-18DCC411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Performance</a:t>
            </a:r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Vite optimization (fast builds)</a:t>
            </a: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Lazy loading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Security</a:t>
            </a:r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IN" sz="2000" dirty="0" err="1">
                <a:solidFill>
                  <a:schemeClr val="tx1">
                    <a:alpha val="80000"/>
                  </a:schemeClr>
                </a:solidFill>
              </a:rPr>
              <a:t>Bcrypt</a:t>
            </a: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 hashing</a:t>
            </a: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JWT + secure cookies</a:t>
            </a: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Rate limiting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Testing</a:t>
            </a:r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Unit (Jest)</a:t>
            </a: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API (Postman)</a:t>
            </a:r>
          </a:p>
          <a:p>
            <a:pPr lvl="1"/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Future: Playwright E2E</a:t>
            </a:r>
          </a:p>
          <a:p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95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A9D78-765B-4AC3-5CDA-7DD39D64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890632AE-3F2F-B223-4D55-F6AFFBE1A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65501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340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31DBC-DE2A-246B-0170-99ED0B96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screenshot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B94A5C-6557-B588-3093-3560A58291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D82CDE-A796-E0A3-1A5A-DBF80C9FDF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99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58452-1F81-5A8A-1548-6A61DA62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screenshot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2786490-6903-CFA2-1709-201E07FD9C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6D905C-8628-CDB8-0129-D50D2F34A8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7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7579294-D1D4-ADE2-1686-1320EAC8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screenshot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0A15E8-33A4-A53E-B84F-CA6859E2FA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C00F215-3795-0CE0-DAA5-9819B5AB4D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34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285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 Madura HRMS: The Future of Workforce Management</vt:lpstr>
      <vt:lpstr>Problem Statement</vt:lpstr>
      <vt:lpstr>Solution Overview</vt:lpstr>
      <vt:lpstr>System Architecture</vt:lpstr>
      <vt:lpstr>Tech Stack</vt:lpstr>
      <vt:lpstr>Core Features</vt:lpstr>
      <vt:lpstr>User Roles &amp; Workflow</vt:lpstr>
      <vt:lpstr>Database &amp; API Design</vt:lpstr>
      <vt:lpstr>Performance, Security &amp; Testing</vt:lpstr>
      <vt:lpstr>Conclusion &amp; Future Scope</vt:lpstr>
      <vt:lpstr>screenshot</vt:lpstr>
      <vt:lpstr>screenshot</vt:lpstr>
      <vt:lpstr>screenshot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K C</dc:creator>
  <cp:lastModifiedBy>Sachin K C</cp:lastModifiedBy>
  <cp:revision>4</cp:revision>
  <dcterms:created xsi:type="dcterms:W3CDTF">2026-03-20T04:38:22Z</dcterms:created>
  <dcterms:modified xsi:type="dcterms:W3CDTF">2026-03-20T09:25:03Z</dcterms:modified>
</cp:coreProperties>
</file>